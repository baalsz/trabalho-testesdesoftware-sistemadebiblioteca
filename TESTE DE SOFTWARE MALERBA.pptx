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9"/>
  </p:notesMasterIdLst>
  <p:sldIdLst>
    <p:sldId id="256" r:id="rId2"/>
    <p:sldId id="258" r:id="rId3"/>
    <p:sldId id="272" r:id="rId4"/>
    <p:sldId id="291" r:id="rId5"/>
    <p:sldId id="292" r:id="rId6"/>
    <p:sldId id="286" r:id="rId7"/>
    <p:sldId id="293" r:id="rId8"/>
  </p:sldIdLst>
  <p:sldSz cx="9144000" cy="5143500" type="screen16x9"/>
  <p:notesSz cx="6858000" cy="9144000"/>
  <p:embeddedFontLst>
    <p:embeddedFont>
      <p:font typeface="Fira Sans Extra Condensed" panose="020B0503050000020004" pitchFamily="34" charset="0"/>
      <p:regular r:id="rId10"/>
      <p:bold r:id="rId11"/>
      <p:italic r:id="rId12"/>
      <p:boldItalic r:id="rId13"/>
    </p:embeddedFont>
    <p:embeddedFont>
      <p:font typeface="Fira Sans Extra Condensed Medium" panose="020B0604020202020204" charset="0"/>
      <p:regular r:id="rId14"/>
      <p:bold r:id="rId15"/>
      <p:italic r:id="rId16"/>
      <p:boldItalic r:id="rId17"/>
    </p:embeddedFont>
    <p:embeddedFont>
      <p:font typeface="Roboto" panose="020000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67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.Santos" userId="f303417f-34f5-42bf-a21d-b735aa10cc17" providerId="ADAL" clId="{4FEE42F2-CBAA-4EE4-8C5A-9C3E7FAB0307}"/>
    <pc:docChg chg="undo custSel addSld delSld modSld sldOrd">
      <pc:chgData name="Andre.Santos" userId="f303417f-34f5-42bf-a21d-b735aa10cc17" providerId="ADAL" clId="{4FEE42F2-CBAA-4EE4-8C5A-9C3E7FAB0307}" dt="2026-03-31T14:24:56.071" v="2972" actId="47"/>
      <pc:docMkLst>
        <pc:docMk/>
      </pc:docMkLst>
      <pc:sldChg chg="modSp mod">
        <pc:chgData name="Andre.Santos" userId="f303417f-34f5-42bf-a21d-b735aa10cc17" providerId="ADAL" clId="{4FEE42F2-CBAA-4EE4-8C5A-9C3E7FAB0307}" dt="2026-03-31T12:30:38.740" v="57" actId="20577"/>
        <pc:sldMkLst>
          <pc:docMk/>
          <pc:sldMk cId="0" sldId="256"/>
        </pc:sldMkLst>
        <pc:spChg chg="mod">
          <ac:chgData name="Andre.Santos" userId="f303417f-34f5-42bf-a21d-b735aa10cc17" providerId="ADAL" clId="{4FEE42F2-CBAA-4EE4-8C5A-9C3E7FAB0307}" dt="2026-03-31T12:30:00.289" v="16" actId="20577"/>
          <ac:spMkLst>
            <pc:docMk/>
            <pc:sldMk cId="0" sldId="256"/>
            <ac:spMk id="48" creationId="{00000000-0000-0000-0000-000000000000}"/>
          </ac:spMkLst>
        </pc:spChg>
        <pc:spChg chg="mod">
          <ac:chgData name="Andre.Santos" userId="f303417f-34f5-42bf-a21d-b735aa10cc17" providerId="ADAL" clId="{4FEE42F2-CBAA-4EE4-8C5A-9C3E7FAB0307}" dt="2026-03-31T12:30:38.740" v="57" actId="20577"/>
          <ac:spMkLst>
            <pc:docMk/>
            <pc:sldMk cId="0" sldId="256"/>
            <ac:spMk id="49" creationId="{00000000-0000-0000-0000-000000000000}"/>
          </ac:spMkLst>
        </pc:spChg>
      </pc:sldChg>
      <pc:sldChg chg="del">
        <pc:chgData name="Andre.Santos" userId="f303417f-34f5-42bf-a21d-b735aa10cc17" providerId="ADAL" clId="{4FEE42F2-CBAA-4EE4-8C5A-9C3E7FAB0307}" dt="2026-03-31T14:24:54.348" v="2970" actId="47"/>
        <pc:sldMkLst>
          <pc:docMk/>
          <pc:sldMk cId="0" sldId="257"/>
        </pc:sldMkLst>
      </pc:sldChg>
      <pc:sldChg chg="modSp mod ord">
        <pc:chgData name="Andre.Santos" userId="f303417f-34f5-42bf-a21d-b735aa10cc17" providerId="ADAL" clId="{4FEE42F2-CBAA-4EE4-8C5A-9C3E7FAB0307}" dt="2026-03-31T12:41:47.894" v="382" actId="20577"/>
        <pc:sldMkLst>
          <pc:docMk/>
          <pc:sldMk cId="0" sldId="258"/>
        </pc:sldMkLst>
        <pc:spChg chg="mod">
          <ac:chgData name="Andre.Santos" userId="f303417f-34f5-42bf-a21d-b735aa10cc17" providerId="ADAL" clId="{4FEE42F2-CBAA-4EE4-8C5A-9C3E7FAB0307}" dt="2026-03-31T12:41:47.894" v="382" actId="20577"/>
          <ac:spMkLst>
            <pc:docMk/>
            <pc:sldMk cId="0" sldId="258"/>
            <ac:spMk id="2" creationId="{EF210DD3-5CA4-9CBD-F9FE-5B3198B2CA48}"/>
          </ac:spMkLst>
        </pc:spChg>
        <pc:spChg chg="mod">
          <ac:chgData name="Andre.Santos" userId="f303417f-34f5-42bf-a21d-b735aa10cc17" providerId="ADAL" clId="{4FEE42F2-CBAA-4EE4-8C5A-9C3E7FAB0307}" dt="2026-03-31T12:39:46.620" v="89" actId="20577"/>
          <ac:spMkLst>
            <pc:docMk/>
            <pc:sldMk cId="0" sldId="258"/>
            <ac:spMk id="111" creationId="{00000000-0000-0000-0000-000000000000}"/>
          </ac:spMkLst>
        </pc:spChg>
      </pc:sldChg>
      <pc:sldChg chg="del">
        <pc:chgData name="Andre.Santos" userId="f303417f-34f5-42bf-a21d-b735aa10cc17" providerId="ADAL" clId="{4FEE42F2-CBAA-4EE4-8C5A-9C3E7FAB0307}" dt="2026-03-31T14:24:52.169" v="2968" actId="47"/>
        <pc:sldMkLst>
          <pc:docMk/>
          <pc:sldMk cId="0" sldId="259"/>
        </pc:sldMkLst>
      </pc:sldChg>
      <pc:sldChg chg="del">
        <pc:chgData name="Andre.Santos" userId="f303417f-34f5-42bf-a21d-b735aa10cc17" providerId="ADAL" clId="{4FEE42F2-CBAA-4EE4-8C5A-9C3E7FAB0307}" dt="2026-03-31T14:24:51.191" v="2967" actId="47"/>
        <pc:sldMkLst>
          <pc:docMk/>
          <pc:sldMk cId="0" sldId="260"/>
        </pc:sldMkLst>
      </pc:sldChg>
      <pc:sldChg chg="modSp mod ord">
        <pc:chgData name="Andre.Santos" userId="f303417f-34f5-42bf-a21d-b735aa10cc17" providerId="ADAL" clId="{4FEE42F2-CBAA-4EE4-8C5A-9C3E7FAB0307}" dt="2026-03-31T12:48:43.869" v="1437" actId="20577"/>
        <pc:sldMkLst>
          <pc:docMk/>
          <pc:sldMk cId="0" sldId="272"/>
        </pc:sldMkLst>
        <pc:spChg chg="mod">
          <ac:chgData name="Andre.Santos" userId="f303417f-34f5-42bf-a21d-b735aa10cc17" providerId="ADAL" clId="{4FEE42F2-CBAA-4EE4-8C5A-9C3E7FAB0307}" dt="2026-03-31T12:43:03.810" v="558" actId="20577"/>
          <ac:spMkLst>
            <pc:docMk/>
            <pc:sldMk cId="0" sldId="272"/>
            <ac:spMk id="893" creationId="{00000000-0000-0000-0000-000000000000}"/>
          </ac:spMkLst>
        </pc:spChg>
        <pc:spChg chg="mod">
          <ac:chgData name="Andre.Santos" userId="f303417f-34f5-42bf-a21d-b735aa10cc17" providerId="ADAL" clId="{4FEE42F2-CBAA-4EE4-8C5A-9C3E7FAB0307}" dt="2026-03-31T12:43:57.516" v="727" actId="20577"/>
          <ac:spMkLst>
            <pc:docMk/>
            <pc:sldMk cId="0" sldId="272"/>
            <ac:spMk id="899" creationId="{00000000-0000-0000-0000-000000000000}"/>
          </ac:spMkLst>
        </pc:spChg>
        <pc:spChg chg="mod">
          <ac:chgData name="Andre.Santos" userId="f303417f-34f5-42bf-a21d-b735aa10cc17" providerId="ADAL" clId="{4FEE42F2-CBAA-4EE4-8C5A-9C3E7FAB0307}" dt="2026-03-31T12:46:09.336" v="1089" actId="1076"/>
          <ac:spMkLst>
            <pc:docMk/>
            <pc:sldMk cId="0" sldId="272"/>
            <ac:spMk id="933" creationId="{82623597-9810-073F-C1A2-4F4DE7C97C4C}"/>
          </ac:spMkLst>
        </pc:spChg>
        <pc:spChg chg="mod">
          <ac:chgData name="Andre.Santos" userId="f303417f-34f5-42bf-a21d-b735aa10cc17" providerId="ADAL" clId="{4FEE42F2-CBAA-4EE4-8C5A-9C3E7FAB0307}" dt="2026-03-31T12:46:40.433" v="1163" actId="20577"/>
          <ac:spMkLst>
            <pc:docMk/>
            <pc:sldMk cId="0" sldId="272"/>
            <ac:spMk id="936" creationId="{B1443F01-B16A-BA7F-59F7-C7134A83D1B8}"/>
          </ac:spMkLst>
        </pc:spChg>
        <pc:spChg chg="mod">
          <ac:chgData name="Andre.Santos" userId="f303417f-34f5-42bf-a21d-b735aa10cc17" providerId="ADAL" clId="{4FEE42F2-CBAA-4EE4-8C5A-9C3E7FAB0307}" dt="2026-03-31T12:47:26.069" v="1276" actId="20577"/>
          <ac:spMkLst>
            <pc:docMk/>
            <pc:sldMk cId="0" sldId="272"/>
            <ac:spMk id="941" creationId="{BBFE0518-A782-D429-4F46-161B795E06F7}"/>
          </ac:spMkLst>
        </pc:spChg>
        <pc:spChg chg="mod">
          <ac:chgData name="Andre.Santos" userId="f303417f-34f5-42bf-a21d-b735aa10cc17" providerId="ADAL" clId="{4FEE42F2-CBAA-4EE4-8C5A-9C3E7FAB0307}" dt="2026-03-31T12:47:56.854" v="1336" actId="20577"/>
          <ac:spMkLst>
            <pc:docMk/>
            <pc:sldMk cId="0" sldId="272"/>
            <ac:spMk id="946" creationId="{40B33FD5-4935-F061-9E04-A68BD92E827D}"/>
          </ac:spMkLst>
        </pc:spChg>
        <pc:spChg chg="mod">
          <ac:chgData name="Andre.Santos" userId="f303417f-34f5-42bf-a21d-b735aa10cc17" providerId="ADAL" clId="{4FEE42F2-CBAA-4EE4-8C5A-9C3E7FAB0307}" dt="2026-03-31T12:48:43.869" v="1437" actId="20577"/>
          <ac:spMkLst>
            <pc:docMk/>
            <pc:sldMk cId="0" sldId="272"/>
            <ac:spMk id="951" creationId="{334E2BC8-15B0-519E-6507-1FEE3806D579}"/>
          </ac:spMkLst>
        </pc:spChg>
        <pc:spChg chg="mod">
          <ac:chgData name="Andre.Santos" userId="f303417f-34f5-42bf-a21d-b735aa10cc17" providerId="ADAL" clId="{4FEE42F2-CBAA-4EE4-8C5A-9C3E7FAB0307}" dt="2026-03-31T12:44:44.643" v="860" actId="20577"/>
          <ac:spMkLst>
            <pc:docMk/>
            <pc:sldMk cId="0" sldId="272"/>
            <ac:spMk id="970" creationId="{A01EA378-6CD7-787A-8F03-3E98AC305B83}"/>
          </ac:spMkLst>
        </pc:spChg>
        <pc:spChg chg="mod">
          <ac:chgData name="Andre.Santos" userId="f303417f-34f5-42bf-a21d-b735aa10cc17" providerId="ADAL" clId="{4FEE42F2-CBAA-4EE4-8C5A-9C3E7FAB0307}" dt="2026-03-31T12:45:59.058" v="1088" actId="20577"/>
          <ac:spMkLst>
            <pc:docMk/>
            <pc:sldMk cId="0" sldId="272"/>
            <ac:spMk id="975" creationId="{CB7F8642-F911-46F5-01D0-326019D88B97}"/>
          </ac:spMkLst>
        </pc:spChg>
        <pc:grpChg chg="mod">
          <ac:chgData name="Andre.Santos" userId="f303417f-34f5-42bf-a21d-b735aa10cc17" providerId="ADAL" clId="{4FEE42F2-CBAA-4EE4-8C5A-9C3E7FAB0307}" dt="2026-03-31T12:46:49.383" v="1164" actId="1076"/>
          <ac:grpSpMkLst>
            <pc:docMk/>
            <pc:sldMk cId="0" sldId="272"/>
            <ac:grpSpMk id="932" creationId="{B9A3DA3E-ADDC-8FAD-11D7-7ECED6804670}"/>
          </ac:grpSpMkLst>
        </pc:grpChg>
      </pc:sldChg>
      <pc:sldChg chg="del">
        <pc:chgData name="Andre.Santos" userId="f303417f-34f5-42bf-a21d-b735aa10cc17" providerId="ADAL" clId="{4FEE42F2-CBAA-4EE4-8C5A-9C3E7FAB0307}" dt="2026-03-31T14:24:52.978" v="2969" actId="47"/>
        <pc:sldMkLst>
          <pc:docMk/>
          <pc:sldMk cId="0" sldId="273"/>
        </pc:sldMkLst>
      </pc:sldChg>
      <pc:sldChg chg="del">
        <pc:chgData name="Andre.Santos" userId="f303417f-34f5-42bf-a21d-b735aa10cc17" providerId="ADAL" clId="{4FEE42F2-CBAA-4EE4-8C5A-9C3E7FAB0307}" dt="2026-03-31T14:24:55.260" v="2971" actId="47"/>
        <pc:sldMkLst>
          <pc:docMk/>
          <pc:sldMk cId="0" sldId="280"/>
        </pc:sldMkLst>
      </pc:sldChg>
      <pc:sldChg chg="delSp modSp mod ord">
        <pc:chgData name="Andre.Santos" userId="f303417f-34f5-42bf-a21d-b735aa10cc17" providerId="ADAL" clId="{4FEE42F2-CBAA-4EE4-8C5A-9C3E7FAB0307}" dt="2026-03-31T13:24:04.988" v="2496" actId="1076"/>
        <pc:sldMkLst>
          <pc:docMk/>
          <pc:sldMk cId="0" sldId="286"/>
        </pc:sldMkLst>
        <pc:spChg chg="mod">
          <ac:chgData name="Andre.Santos" userId="f303417f-34f5-42bf-a21d-b735aa10cc17" providerId="ADAL" clId="{4FEE42F2-CBAA-4EE4-8C5A-9C3E7FAB0307}" dt="2026-03-31T13:17:54.364" v="1704" actId="20577"/>
          <ac:spMkLst>
            <pc:docMk/>
            <pc:sldMk cId="0" sldId="286"/>
            <ac:spMk id="1694" creationId="{00000000-0000-0000-0000-000000000000}"/>
          </ac:spMkLst>
        </pc:spChg>
        <pc:spChg chg="mod topLvl">
          <ac:chgData name="Andre.Santos" userId="f303417f-34f5-42bf-a21d-b735aa10cc17" providerId="ADAL" clId="{4FEE42F2-CBAA-4EE4-8C5A-9C3E7FAB0307}" dt="2026-03-31T13:23:59.788" v="2495" actId="1076"/>
          <ac:spMkLst>
            <pc:docMk/>
            <pc:sldMk cId="0" sldId="286"/>
            <ac:spMk id="1696" creationId="{00000000-0000-0000-0000-000000000000}"/>
          </ac:spMkLst>
        </pc:spChg>
        <pc:spChg chg="del mod topLvl">
          <ac:chgData name="Andre.Santos" userId="f303417f-34f5-42bf-a21d-b735aa10cc17" providerId="ADAL" clId="{4FEE42F2-CBAA-4EE4-8C5A-9C3E7FAB0307}" dt="2026-03-31T13:23:53.436" v="2494" actId="478"/>
          <ac:spMkLst>
            <pc:docMk/>
            <pc:sldMk cId="0" sldId="286"/>
            <ac:spMk id="1697" creationId="{00000000-0000-0000-0000-000000000000}"/>
          </ac:spMkLst>
        </pc:spChg>
        <pc:spChg chg="mod">
          <ac:chgData name="Andre.Santos" userId="f303417f-34f5-42bf-a21d-b735aa10cc17" providerId="ADAL" clId="{4FEE42F2-CBAA-4EE4-8C5A-9C3E7FAB0307}" dt="2026-03-31T13:19:58.182" v="1974" actId="20577"/>
          <ac:spMkLst>
            <pc:docMk/>
            <pc:sldMk cId="0" sldId="286"/>
            <ac:spMk id="1699" creationId="{00000000-0000-0000-0000-000000000000}"/>
          </ac:spMkLst>
        </pc:spChg>
        <pc:spChg chg="mod">
          <ac:chgData name="Andre.Santos" userId="f303417f-34f5-42bf-a21d-b735aa10cc17" providerId="ADAL" clId="{4FEE42F2-CBAA-4EE4-8C5A-9C3E7FAB0307}" dt="2026-03-31T13:20:50.222" v="2115" actId="20577"/>
          <ac:spMkLst>
            <pc:docMk/>
            <pc:sldMk cId="0" sldId="286"/>
            <ac:spMk id="1700" creationId="{00000000-0000-0000-0000-000000000000}"/>
          </ac:spMkLst>
        </pc:spChg>
        <pc:spChg chg="mod">
          <ac:chgData name="Andre.Santos" userId="f303417f-34f5-42bf-a21d-b735aa10cc17" providerId="ADAL" clId="{4FEE42F2-CBAA-4EE4-8C5A-9C3E7FAB0307}" dt="2026-03-31T13:22:25.651" v="2307" actId="20577"/>
          <ac:spMkLst>
            <pc:docMk/>
            <pc:sldMk cId="0" sldId="286"/>
            <ac:spMk id="1702" creationId="{00000000-0000-0000-0000-000000000000}"/>
          </ac:spMkLst>
        </pc:spChg>
        <pc:spChg chg="mod">
          <ac:chgData name="Andre.Santos" userId="f303417f-34f5-42bf-a21d-b735aa10cc17" providerId="ADAL" clId="{4FEE42F2-CBAA-4EE4-8C5A-9C3E7FAB0307}" dt="2026-03-31T13:22:35.634" v="2325" actId="20577"/>
          <ac:spMkLst>
            <pc:docMk/>
            <pc:sldMk cId="0" sldId="286"/>
            <ac:spMk id="1703" creationId="{00000000-0000-0000-0000-000000000000}"/>
          </ac:spMkLst>
        </pc:spChg>
        <pc:spChg chg="mod">
          <ac:chgData name="Andre.Santos" userId="f303417f-34f5-42bf-a21d-b735aa10cc17" providerId="ADAL" clId="{4FEE42F2-CBAA-4EE4-8C5A-9C3E7FAB0307}" dt="2026-03-31T13:19:47.164" v="1957" actId="20577"/>
          <ac:spMkLst>
            <pc:docMk/>
            <pc:sldMk cId="0" sldId="286"/>
            <ac:spMk id="1705" creationId="{00000000-0000-0000-0000-000000000000}"/>
          </ac:spMkLst>
        </pc:spChg>
        <pc:spChg chg="mod">
          <ac:chgData name="Andre.Santos" userId="f303417f-34f5-42bf-a21d-b735aa10cc17" providerId="ADAL" clId="{4FEE42F2-CBAA-4EE4-8C5A-9C3E7FAB0307}" dt="2026-03-31T13:19:30.853" v="1944" actId="20577"/>
          <ac:spMkLst>
            <pc:docMk/>
            <pc:sldMk cId="0" sldId="286"/>
            <ac:spMk id="1706" creationId="{00000000-0000-0000-0000-000000000000}"/>
          </ac:spMkLst>
        </pc:spChg>
        <pc:spChg chg="mod">
          <ac:chgData name="Andre.Santos" userId="f303417f-34f5-42bf-a21d-b735aa10cc17" providerId="ADAL" clId="{4FEE42F2-CBAA-4EE4-8C5A-9C3E7FAB0307}" dt="2026-03-31T13:18:05.212" v="1725" actId="20577"/>
          <ac:spMkLst>
            <pc:docMk/>
            <pc:sldMk cId="0" sldId="286"/>
            <ac:spMk id="1769" creationId="{00000000-0000-0000-0000-000000000000}"/>
          </ac:spMkLst>
        </pc:spChg>
        <pc:grpChg chg="del">
          <ac:chgData name="Andre.Santos" userId="f303417f-34f5-42bf-a21d-b735aa10cc17" providerId="ADAL" clId="{4FEE42F2-CBAA-4EE4-8C5A-9C3E7FAB0307}" dt="2026-03-31T13:23:53.436" v="2494" actId="478"/>
          <ac:grpSpMkLst>
            <pc:docMk/>
            <pc:sldMk cId="0" sldId="286"/>
            <ac:grpSpMk id="1695" creationId="{00000000-0000-0000-0000-000000000000}"/>
          </ac:grpSpMkLst>
        </pc:grpChg>
        <pc:grpChg chg="mod">
          <ac:chgData name="Andre.Santos" userId="f303417f-34f5-42bf-a21d-b735aa10cc17" providerId="ADAL" clId="{4FEE42F2-CBAA-4EE4-8C5A-9C3E7FAB0307}" dt="2026-03-31T13:24:04.988" v="2496" actId="1076"/>
          <ac:grpSpMkLst>
            <pc:docMk/>
            <pc:sldMk cId="0" sldId="286"/>
            <ac:grpSpMk id="1701" creationId="{00000000-0000-0000-0000-000000000000}"/>
          </ac:grpSpMkLst>
        </pc:grpChg>
      </pc:sldChg>
      <pc:sldChg chg="del">
        <pc:chgData name="Andre.Santos" userId="f303417f-34f5-42bf-a21d-b735aa10cc17" providerId="ADAL" clId="{4FEE42F2-CBAA-4EE4-8C5A-9C3E7FAB0307}" dt="2026-03-31T14:24:56.071" v="2972" actId="47"/>
        <pc:sldMkLst>
          <pc:docMk/>
          <pc:sldMk cId="1864476731" sldId="290"/>
        </pc:sldMkLst>
      </pc:sldChg>
      <pc:sldChg chg="addSp modSp new mod">
        <pc:chgData name="Andre.Santos" userId="f303417f-34f5-42bf-a21d-b735aa10cc17" providerId="ADAL" clId="{4FEE42F2-CBAA-4EE4-8C5A-9C3E7FAB0307}" dt="2026-03-31T13:14:14.683" v="1684" actId="1076"/>
        <pc:sldMkLst>
          <pc:docMk/>
          <pc:sldMk cId="685536833" sldId="291"/>
        </pc:sldMkLst>
        <pc:spChg chg="mod">
          <ac:chgData name="Andre.Santos" userId="f303417f-34f5-42bf-a21d-b735aa10cc17" providerId="ADAL" clId="{4FEE42F2-CBAA-4EE4-8C5A-9C3E7FAB0307}" dt="2026-03-31T12:55:57.981" v="1464" actId="20577"/>
          <ac:spMkLst>
            <pc:docMk/>
            <pc:sldMk cId="685536833" sldId="291"/>
            <ac:spMk id="2" creationId="{F029D55C-7C72-48BA-A70F-B03DCBD28344}"/>
          </ac:spMkLst>
        </pc:spChg>
        <pc:graphicFrameChg chg="add mod modGraphic">
          <ac:chgData name="Andre.Santos" userId="f303417f-34f5-42bf-a21d-b735aa10cc17" providerId="ADAL" clId="{4FEE42F2-CBAA-4EE4-8C5A-9C3E7FAB0307}" dt="2026-03-31T13:14:14.683" v="1684" actId="1076"/>
          <ac:graphicFrameMkLst>
            <pc:docMk/>
            <pc:sldMk cId="685536833" sldId="291"/>
            <ac:graphicFrameMk id="3" creationId="{6B6DF2A5-48CE-4078-B719-B1BBDFB25184}"/>
          </ac:graphicFrameMkLst>
        </pc:graphicFrameChg>
      </pc:sldChg>
      <pc:sldChg chg="modSp add mod">
        <pc:chgData name="Andre.Santos" userId="f303417f-34f5-42bf-a21d-b735aa10cc17" providerId="ADAL" clId="{4FEE42F2-CBAA-4EE4-8C5A-9C3E7FAB0307}" dt="2026-03-31T13:13:54.658" v="1681" actId="255"/>
        <pc:sldMkLst>
          <pc:docMk/>
          <pc:sldMk cId="217690383" sldId="292"/>
        </pc:sldMkLst>
        <pc:graphicFrameChg chg="mod modGraphic">
          <ac:chgData name="Andre.Santos" userId="f303417f-34f5-42bf-a21d-b735aa10cc17" providerId="ADAL" clId="{4FEE42F2-CBAA-4EE4-8C5A-9C3E7FAB0307}" dt="2026-03-31T13:13:54.658" v="1681" actId="255"/>
          <ac:graphicFrameMkLst>
            <pc:docMk/>
            <pc:sldMk cId="217690383" sldId="292"/>
            <ac:graphicFrameMk id="3" creationId="{6B6DF2A5-48CE-4078-B719-B1BBDFB25184}"/>
          </ac:graphicFrameMkLst>
        </pc:graphicFrameChg>
      </pc:sldChg>
      <pc:sldChg chg="modSp add mod ord">
        <pc:chgData name="Andre.Santos" userId="f303417f-34f5-42bf-a21d-b735aa10cc17" providerId="ADAL" clId="{4FEE42F2-CBAA-4EE4-8C5A-9C3E7FAB0307}" dt="2026-03-31T13:27:05.609" v="2966" actId="20577"/>
        <pc:sldMkLst>
          <pc:docMk/>
          <pc:sldMk cId="555747786" sldId="293"/>
        </pc:sldMkLst>
        <pc:spChg chg="mod">
          <ac:chgData name="Andre.Santos" userId="f303417f-34f5-42bf-a21d-b735aa10cc17" providerId="ADAL" clId="{4FEE42F2-CBAA-4EE4-8C5A-9C3E7FAB0307}" dt="2026-03-31T13:27:05.609" v="2966" actId="20577"/>
          <ac:spMkLst>
            <pc:docMk/>
            <pc:sldMk cId="555747786" sldId="293"/>
            <ac:spMk id="2" creationId="{EF210DD3-5CA4-9CBD-F9FE-5B3198B2CA48}"/>
          </ac:spMkLst>
        </pc:spChg>
        <pc:spChg chg="mod">
          <ac:chgData name="Andre.Santos" userId="f303417f-34f5-42bf-a21d-b735aa10cc17" providerId="ADAL" clId="{4FEE42F2-CBAA-4EE4-8C5A-9C3E7FAB0307}" dt="2026-03-31T13:24:28.944" v="2508" actId="20577"/>
          <ac:spMkLst>
            <pc:docMk/>
            <pc:sldMk cId="555747786" sldId="293"/>
            <ac:spMk id="11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91edbc5b94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91edbc5b94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90364ff860_0_6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90364ff860_0_6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1" name="Google Shape;1691;g909aa31f8a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2" name="Google Shape;1692;g909aa31f8a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91edbc5b94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91edbc5b94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5870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663175" y="2001400"/>
            <a:ext cx="3864300" cy="155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327825" y="3629775"/>
            <a:ext cx="25350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83675" y="301125"/>
            <a:ext cx="82032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Fira Sans Extra Condensed Medium"/>
              <a:buNone/>
              <a:defRPr sz="25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ira Sans Extra Condensed Medium"/>
              <a:buNone/>
              <a:defRPr sz="2500">
                <a:solidFill>
                  <a:schemeClr val="dk1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 txBox="1">
            <a:spLocks noGrp="1"/>
          </p:cNvSpPr>
          <p:nvPr>
            <p:ph type="ctrTitle"/>
          </p:nvPr>
        </p:nvSpPr>
        <p:spPr>
          <a:xfrm>
            <a:off x="4663175" y="2001400"/>
            <a:ext cx="3864300" cy="155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TESTE DE SOFTWARE </a:t>
            </a:r>
          </a:p>
        </p:txBody>
      </p:sp>
      <p:sp>
        <p:nvSpPr>
          <p:cNvPr id="49" name="Google Shape;49;p16"/>
          <p:cNvSpPr txBox="1">
            <a:spLocks noGrp="1"/>
          </p:cNvSpPr>
          <p:nvPr>
            <p:ph type="subTitle" idx="1"/>
          </p:nvPr>
        </p:nvSpPr>
        <p:spPr>
          <a:xfrm>
            <a:off x="4663176" y="3629775"/>
            <a:ext cx="38643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dirty="0"/>
              <a:t> André Henrique Santos Souza </a:t>
            </a:r>
          </a:p>
          <a:p>
            <a:pPr marL="0" indent="0"/>
            <a:r>
              <a:rPr lang="en" dirty="0"/>
              <a:t>João Gabriel dos Santos Silva</a:t>
            </a:r>
          </a:p>
          <a:p>
            <a:pPr marL="0" indent="0"/>
            <a:r>
              <a:rPr lang="en" dirty="0"/>
              <a:t>Matheus Henrique Menicalli da Rosa</a:t>
            </a:r>
          </a:p>
        </p:txBody>
      </p:sp>
      <p:grpSp>
        <p:nvGrpSpPr>
          <p:cNvPr id="50" name="Google Shape;50;p16"/>
          <p:cNvGrpSpPr/>
          <p:nvPr/>
        </p:nvGrpSpPr>
        <p:grpSpPr>
          <a:xfrm>
            <a:off x="-2495408" y="-420258"/>
            <a:ext cx="7905024" cy="5640127"/>
            <a:chOff x="605249" y="402075"/>
            <a:chExt cx="5046297" cy="3600464"/>
          </a:xfrm>
        </p:grpSpPr>
        <p:sp>
          <p:nvSpPr>
            <p:cNvPr id="51" name="Google Shape;51;p16"/>
            <p:cNvSpPr/>
            <p:nvPr/>
          </p:nvSpPr>
          <p:spPr>
            <a:xfrm>
              <a:off x="5236077" y="881440"/>
              <a:ext cx="415469" cy="854254"/>
            </a:xfrm>
            <a:custGeom>
              <a:avLst/>
              <a:gdLst/>
              <a:ahLst/>
              <a:cxnLst/>
              <a:rect l="l" t="t" r="r" b="b"/>
              <a:pathLst>
                <a:path w="12367" h="25428" extrusionOk="0">
                  <a:moveTo>
                    <a:pt x="8806" y="0"/>
                  </a:moveTo>
                  <a:cubicBezTo>
                    <a:pt x="8565" y="562"/>
                    <a:pt x="8351" y="1017"/>
                    <a:pt x="8137" y="1579"/>
                  </a:cubicBezTo>
                  <a:cubicBezTo>
                    <a:pt x="7896" y="2007"/>
                    <a:pt x="7682" y="2462"/>
                    <a:pt x="7468" y="3025"/>
                  </a:cubicBezTo>
                  <a:cubicBezTo>
                    <a:pt x="7227" y="3453"/>
                    <a:pt x="7013" y="3908"/>
                    <a:pt x="6692" y="4363"/>
                  </a:cubicBezTo>
                  <a:cubicBezTo>
                    <a:pt x="6558" y="4577"/>
                    <a:pt x="6451" y="4791"/>
                    <a:pt x="6344" y="5032"/>
                  </a:cubicBezTo>
                  <a:lnTo>
                    <a:pt x="5889" y="5701"/>
                  </a:lnTo>
                  <a:lnTo>
                    <a:pt x="5113" y="5460"/>
                  </a:lnTo>
                  <a:cubicBezTo>
                    <a:pt x="4899" y="5353"/>
                    <a:pt x="4684" y="5353"/>
                    <a:pt x="4444" y="5246"/>
                  </a:cubicBezTo>
                  <a:cubicBezTo>
                    <a:pt x="3881" y="5246"/>
                    <a:pt x="3453" y="5139"/>
                    <a:pt x="2891" y="5032"/>
                  </a:cubicBezTo>
                  <a:cubicBezTo>
                    <a:pt x="2436" y="5032"/>
                    <a:pt x="2008" y="4925"/>
                    <a:pt x="1446" y="4925"/>
                  </a:cubicBezTo>
                  <a:cubicBezTo>
                    <a:pt x="991" y="4791"/>
                    <a:pt x="536" y="4791"/>
                    <a:pt x="0" y="4791"/>
                  </a:cubicBezTo>
                  <a:cubicBezTo>
                    <a:pt x="2677" y="9475"/>
                    <a:pt x="2891" y="15390"/>
                    <a:pt x="777" y="20315"/>
                  </a:cubicBezTo>
                  <a:cubicBezTo>
                    <a:pt x="1339" y="21091"/>
                    <a:pt x="1874" y="21868"/>
                    <a:pt x="2329" y="22751"/>
                  </a:cubicBezTo>
                  <a:cubicBezTo>
                    <a:pt x="2677" y="23206"/>
                    <a:pt x="2891" y="23661"/>
                    <a:pt x="3105" y="24089"/>
                  </a:cubicBezTo>
                  <a:cubicBezTo>
                    <a:pt x="3346" y="24544"/>
                    <a:pt x="3453" y="24999"/>
                    <a:pt x="3667" y="25427"/>
                  </a:cubicBezTo>
                  <a:cubicBezTo>
                    <a:pt x="4229" y="25427"/>
                    <a:pt x="4684" y="25320"/>
                    <a:pt x="5220" y="25320"/>
                  </a:cubicBezTo>
                  <a:cubicBezTo>
                    <a:pt x="5782" y="25213"/>
                    <a:pt x="6344" y="25213"/>
                    <a:pt x="6799" y="25106"/>
                  </a:cubicBezTo>
                  <a:cubicBezTo>
                    <a:pt x="7789" y="24865"/>
                    <a:pt x="8913" y="24651"/>
                    <a:pt x="9904" y="24330"/>
                  </a:cubicBezTo>
                  <a:cubicBezTo>
                    <a:pt x="11590" y="20422"/>
                    <a:pt x="12366" y="16166"/>
                    <a:pt x="12152" y="12045"/>
                  </a:cubicBezTo>
                  <a:lnTo>
                    <a:pt x="12152" y="11268"/>
                  </a:lnTo>
                  <a:lnTo>
                    <a:pt x="12045" y="10492"/>
                  </a:lnTo>
                  <a:lnTo>
                    <a:pt x="11911" y="8940"/>
                  </a:lnTo>
                  <a:cubicBezTo>
                    <a:pt x="11804" y="8378"/>
                    <a:pt x="11697" y="7923"/>
                    <a:pt x="11590" y="7361"/>
                  </a:cubicBezTo>
                  <a:cubicBezTo>
                    <a:pt x="11483" y="6798"/>
                    <a:pt x="11376" y="6370"/>
                    <a:pt x="11135" y="5808"/>
                  </a:cubicBezTo>
                  <a:lnTo>
                    <a:pt x="10707" y="4363"/>
                  </a:lnTo>
                  <a:cubicBezTo>
                    <a:pt x="10573" y="3801"/>
                    <a:pt x="10359" y="3346"/>
                    <a:pt x="10145" y="2917"/>
                  </a:cubicBezTo>
                  <a:cubicBezTo>
                    <a:pt x="9690" y="1900"/>
                    <a:pt x="9368" y="910"/>
                    <a:pt x="8806" y="0"/>
                  </a:cubicBezTo>
                  <a:close/>
                </a:path>
              </a:pathLst>
            </a:custGeom>
            <a:solidFill>
              <a:srgbClr val="7962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16"/>
            <p:cNvSpPr/>
            <p:nvPr/>
          </p:nvSpPr>
          <p:spPr>
            <a:xfrm>
              <a:off x="3747922" y="967745"/>
              <a:ext cx="476612" cy="861443"/>
            </a:xfrm>
            <a:custGeom>
              <a:avLst/>
              <a:gdLst/>
              <a:ahLst/>
              <a:cxnLst/>
              <a:rect l="l" t="t" r="r" b="b"/>
              <a:pathLst>
                <a:path w="14187" h="25642" extrusionOk="0">
                  <a:moveTo>
                    <a:pt x="9047" y="1"/>
                  </a:moveTo>
                  <a:cubicBezTo>
                    <a:pt x="8030" y="108"/>
                    <a:pt x="7040" y="348"/>
                    <a:pt x="6023" y="563"/>
                  </a:cubicBezTo>
                  <a:cubicBezTo>
                    <a:pt x="5487" y="670"/>
                    <a:pt x="5032" y="777"/>
                    <a:pt x="4470" y="1018"/>
                  </a:cubicBezTo>
                  <a:cubicBezTo>
                    <a:pt x="3908" y="1125"/>
                    <a:pt x="3480" y="1339"/>
                    <a:pt x="2918" y="1553"/>
                  </a:cubicBezTo>
                  <a:cubicBezTo>
                    <a:pt x="0" y="9476"/>
                    <a:pt x="1124" y="18629"/>
                    <a:pt x="5701" y="25642"/>
                  </a:cubicBezTo>
                  <a:cubicBezTo>
                    <a:pt x="6371" y="23528"/>
                    <a:pt x="7147" y="21627"/>
                    <a:pt x="8271" y="19861"/>
                  </a:cubicBezTo>
                  <a:cubicBezTo>
                    <a:pt x="9783" y="20183"/>
                    <a:pt x="11294" y="20339"/>
                    <a:pt x="12760" y="20339"/>
                  </a:cubicBezTo>
                  <a:cubicBezTo>
                    <a:pt x="13241" y="20339"/>
                    <a:pt x="13717" y="20322"/>
                    <a:pt x="14186" y="20289"/>
                  </a:cubicBezTo>
                  <a:cubicBezTo>
                    <a:pt x="12714" y="18067"/>
                    <a:pt x="11724" y="15498"/>
                    <a:pt x="11510" y="12821"/>
                  </a:cubicBezTo>
                  <a:cubicBezTo>
                    <a:pt x="11269" y="11483"/>
                    <a:pt x="11376" y="10145"/>
                    <a:pt x="11376" y="8806"/>
                  </a:cubicBezTo>
                  <a:cubicBezTo>
                    <a:pt x="11510" y="8485"/>
                    <a:pt x="11510" y="8137"/>
                    <a:pt x="11617" y="7816"/>
                  </a:cubicBezTo>
                  <a:lnTo>
                    <a:pt x="11724" y="7254"/>
                  </a:lnTo>
                  <a:cubicBezTo>
                    <a:pt x="11724" y="7147"/>
                    <a:pt x="11724" y="6906"/>
                    <a:pt x="11831" y="6799"/>
                  </a:cubicBezTo>
                  <a:lnTo>
                    <a:pt x="12045" y="5809"/>
                  </a:lnTo>
                  <a:cubicBezTo>
                    <a:pt x="12045" y="5702"/>
                    <a:pt x="12179" y="5461"/>
                    <a:pt x="12179" y="5354"/>
                  </a:cubicBezTo>
                  <a:lnTo>
                    <a:pt x="12393" y="4899"/>
                  </a:lnTo>
                  <a:cubicBezTo>
                    <a:pt x="12045" y="4577"/>
                    <a:pt x="11724" y="4122"/>
                    <a:pt x="11376" y="3801"/>
                  </a:cubicBezTo>
                  <a:cubicBezTo>
                    <a:pt x="11162" y="3346"/>
                    <a:pt x="10840" y="3025"/>
                    <a:pt x="10599" y="2570"/>
                  </a:cubicBezTo>
                  <a:cubicBezTo>
                    <a:pt x="10037" y="1794"/>
                    <a:pt x="9502" y="884"/>
                    <a:pt x="9047" y="1"/>
                  </a:cubicBezTo>
                  <a:close/>
                </a:path>
              </a:pathLst>
            </a:custGeom>
            <a:solidFill>
              <a:srgbClr val="7962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16"/>
            <p:cNvSpPr/>
            <p:nvPr/>
          </p:nvSpPr>
          <p:spPr>
            <a:xfrm>
              <a:off x="3905280" y="412960"/>
              <a:ext cx="813805" cy="633938"/>
            </a:xfrm>
            <a:custGeom>
              <a:avLst/>
              <a:gdLst/>
              <a:ahLst/>
              <a:cxnLst/>
              <a:rect l="l" t="t" r="r" b="b"/>
              <a:pathLst>
                <a:path w="24224" h="18870" extrusionOk="0">
                  <a:moveTo>
                    <a:pt x="19860" y="0"/>
                  </a:moveTo>
                  <a:cubicBezTo>
                    <a:pt x="11509" y="1338"/>
                    <a:pt x="4015" y="6692"/>
                    <a:pt x="0" y="14052"/>
                  </a:cubicBezTo>
                  <a:cubicBezTo>
                    <a:pt x="1827" y="13704"/>
                    <a:pt x="3495" y="13480"/>
                    <a:pt x="5191" y="13480"/>
                  </a:cubicBezTo>
                  <a:cubicBezTo>
                    <a:pt x="5582" y="13480"/>
                    <a:pt x="5974" y="13492"/>
                    <a:pt x="6370" y="13517"/>
                  </a:cubicBezTo>
                  <a:cubicBezTo>
                    <a:pt x="6933" y="15524"/>
                    <a:pt x="7816" y="17291"/>
                    <a:pt x="8833" y="18870"/>
                  </a:cubicBezTo>
                  <a:cubicBezTo>
                    <a:pt x="10037" y="16515"/>
                    <a:pt x="11938" y="14507"/>
                    <a:pt x="14052" y="12955"/>
                  </a:cubicBezTo>
                  <a:cubicBezTo>
                    <a:pt x="16301" y="11376"/>
                    <a:pt x="18736" y="10278"/>
                    <a:pt x="21413" y="9930"/>
                  </a:cubicBezTo>
                  <a:cubicBezTo>
                    <a:pt x="21761" y="9047"/>
                    <a:pt x="22216" y="8164"/>
                    <a:pt x="22644" y="7254"/>
                  </a:cubicBezTo>
                  <a:cubicBezTo>
                    <a:pt x="23099" y="6370"/>
                    <a:pt x="23554" y="5594"/>
                    <a:pt x="24223" y="4684"/>
                  </a:cubicBezTo>
                  <a:cubicBezTo>
                    <a:pt x="23554" y="3908"/>
                    <a:pt x="22885" y="3025"/>
                    <a:pt x="22216" y="2248"/>
                  </a:cubicBezTo>
                  <a:cubicBezTo>
                    <a:pt x="21547" y="1472"/>
                    <a:pt x="20744" y="803"/>
                    <a:pt x="19860" y="0"/>
                  </a:cubicBezTo>
                  <a:close/>
                </a:path>
              </a:pathLst>
            </a:custGeom>
            <a:solidFill>
              <a:srgbClr val="7962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16"/>
            <p:cNvSpPr/>
            <p:nvPr/>
          </p:nvSpPr>
          <p:spPr>
            <a:xfrm>
              <a:off x="4719051" y="402075"/>
              <a:ext cx="733748" cy="565706"/>
            </a:xfrm>
            <a:custGeom>
              <a:avLst/>
              <a:gdLst/>
              <a:ahLst/>
              <a:cxnLst/>
              <a:rect l="l" t="t" r="r" b="b"/>
              <a:pathLst>
                <a:path w="21841" h="16839" extrusionOk="0">
                  <a:moveTo>
                    <a:pt x="318" y="1"/>
                  </a:moveTo>
                  <a:cubicBezTo>
                    <a:pt x="212" y="1"/>
                    <a:pt x="106" y="2"/>
                    <a:pt x="0" y="3"/>
                  </a:cubicBezTo>
                  <a:cubicBezTo>
                    <a:pt x="669" y="779"/>
                    <a:pt x="1338" y="1796"/>
                    <a:pt x="1874" y="2572"/>
                  </a:cubicBezTo>
                  <a:cubicBezTo>
                    <a:pt x="2222" y="3001"/>
                    <a:pt x="2436" y="3456"/>
                    <a:pt x="2784" y="3911"/>
                  </a:cubicBezTo>
                  <a:cubicBezTo>
                    <a:pt x="2998" y="4339"/>
                    <a:pt x="3212" y="4794"/>
                    <a:pt x="3453" y="5249"/>
                  </a:cubicBezTo>
                  <a:cubicBezTo>
                    <a:pt x="3105" y="5677"/>
                    <a:pt x="2784" y="6025"/>
                    <a:pt x="2436" y="6346"/>
                  </a:cubicBezTo>
                  <a:cubicBezTo>
                    <a:pt x="2115" y="6801"/>
                    <a:pt x="1767" y="7149"/>
                    <a:pt x="1553" y="7578"/>
                  </a:cubicBezTo>
                  <a:cubicBezTo>
                    <a:pt x="991" y="8354"/>
                    <a:pt x="428" y="9157"/>
                    <a:pt x="0" y="10040"/>
                  </a:cubicBezTo>
                  <a:cubicBezTo>
                    <a:pt x="187" y="10033"/>
                    <a:pt x="373" y="10029"/>
                    <a:pt x="559" y="10029"/>
                  </a:cubicBezTo>
                  <a:cubicBezTo>
                    <a:pt x="3048" y="10029"/>
                    <a:pt x="5515" y="10688"/>
                    <a:pt x="7682" y="11833"/>
                  </a:cubicBezTo>
                  <a:cubicBezTo>
                    <a:pt x="10144" y="12931"/>
                    <a:pt x="12259" y="14617"/>
                    <a:pt x="13918" y="16839"/>
                  </a:cubicBezTo>
                  <a:cubicBezTo>
                    <a:pt x="14828" y="16731"/>
                    <a:pt x="15819" y="16624"/>
                    <a:pt x="16836" y="16517"/>
                  </a:cubicBezTo>
                  <a:cubicBezTo>
                    <a:pt x="17826" y="16517"/>
                    <a:pt x="18736" y="16624"/>
                    <a:pt x="19834" y="16731"/>
                  </a:cubicBezTo>
                  <a:cubicBezTo>
                    <a:pt x="20181" y="15848"/>
                    <a:pt x="20610" y="14831"/>
                    <a:pt x="20958" y="13841"/>
                  </a:cubicBezTo>
                  <a:cubicBezTo>
                    <a:pt x="21279" y="12824"/>
                    <a:pt x="21627" y="11833"/>
                    <a:pt x="21841" y="10709"/>
                  </a:cubicBezTo>
                  <a:cubicBezTo>
                    <a:pt x="16794" y="4103"/>
                    <a:pt x="8563" y="1"/>
                    <a:pt x="318" y="1"/>
                  </a:cubicBezTo>
                  <a:close/>
                </a:path>
              </a:pathLst>
            </a:custGeom>
            <a:solidFill>
              <a:srgbClr val="7962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16"/>
            <p:cNvSpPr/>
            <p:nvPr/>
          </p:nvSpPr>
          <p:spPr>
            <a:xfrm>
              <a:off x="4669599" y="1645721"/>
              <a:ext cx="831779" cy="606994"/>
            </a:xfrm>
            <a:custGeom>
              <a:avLst/>
              <a:gdLst/>
              <a:ahLst/>
              <a:cxnLst/>
              <a:rect l="l" t="t" r="r" b="b"/>
              <a:pathLst>
                <a:path w="24759" h="18068" extrusionOk="0">
                  <a:moveTo>
                    <a:pt x="16300" y="1"/>
                  </a:moveTo>
                  <a:lnTo>
                    <a:pt x="16059" y="456"/>
                  </a:lnTo>
                  <a:cubicBezTo>
                    <a:pt x="15952" y="563"/>
                    <a:pt x="15845" y="670"/>
                    <a:pt x="15738" y="911"/>
                  </a:cubicBezTo>
                  <a:lnTo>
                    <a:pt x="15176" y="1687"/>
                  </a:lnTo>
                  <a:cubicBezTo>
                    <a:pt x="14962" y="1901"/>
                    <a:pt x="14721" y="2115"/>
                    <a:pt x="14507" y="2463"/>
                  </a:cubicBezTo>
                  <a:lnTo>
                    <a:pt x="13838" y="3132"/>
                  </a:lnTo>
                  <a:lnTo>
                    <a:pt x="13062" y="3802"/>
                  </a:lnTo>
                  <a:cubicBezTo>
                    <a:pt x="12848" y="4016"/>
                    <a:pt x="12607" y="4257"/>
                    <a:pt x="12285" y="4471"/>
                  </a:cubicBezTo>
                  <a:lnTo>
                    <a:pt x="11509" y="5033"/>
                  </a:lnTo>
                  <a:cubicBezTo>
                    <a:pt x="11268" y="5247"/>
                    <a:pt x="10947" y="5461"/>
                    <a:pt x="10706" y="5595"/>
                  </a:cubicBezTo>
                  <a:cubicBezTo>
                    <a:pt x="8378" y="7040"/>
                    <a:pt x="5808" y="7923"/>
                    <a:pt x="3132" y="8138"/>
                  </a:cubicBezTo>
                  <a:cubicBezTo>
                    <a:pt x="2355" y="9824"/>
                    <a:pt x="1338" y="11617"/>
                    <a:pt x="0" y="13169"/>
                  </a:cubicBezTo>
                  <a:cubicBezTo>
                    <a:pt x="1124" y="14829"/>
                    <a:pt x="2463" y="16515"/>
                    <a:pt x="4015" y="18068"/>
                  </a:cubicBezTo>
                  <a:cubicBezTo>
                    <a:pt x="12393" y="17291"/>
                    <a:pt x="20315" y="12500"/>
                    <a:pt x="24758" y="5354"/>
                  </a:cubicBezTo>
                  <a:lnTo>
                    <a:pt x="24758" y="5354"/>
                  </a:lnTo>
                  <a:cubicBezTo>
                    <a:pt x="24223" y="5461"/>
                    <a:pt x="23768" y="5595"/>
                    <a:pt x="23206" y="5595"/>
                  </a:cubicBezTo>
                  <a:cubicBezTo>
                    <a:pt x="22644" y="5595"/>
                    <a:pt x="22082" y="5702"/>
                    <a:pt x="21546" y="5702"/>
                  </a:cubicBezTo>
                  <a:cubicBezTo>
                    <a:pt x="20529" y="5702"/>
                    <a:pt x="19539" y="5702"/>
                    <a:pt x="18415" y="5461"/>
                  </a:cubicBezTo>
                  <a:cubicBezTo>
                    <a:pt x="18201" y="4578"/>
                    <a:pt x="17853" y="3587"/>
                    <a:pt x="17532" y="2677"/>
                  </a:cubicBezTo>
                  <a:cubicBezTo>
                    <a:pt x="17398" y="2249"/>
                    <a:pt x="17184" y="1794"/>
                    <a:pt x="16969" y="1339"/>
                  </a:cubicBezTo>
                  <a:cubicBezTo>
                    <a:pt x="16862" y="911"/>
                    <a:pt x="16514" y="456"/>
                    <a:pt x="16300" y="1"/>
                  </a:cubicBezTo>
                  <a:close/>
                </a:path>
              </a:pathLst>
            </a:custGeom>
            <a:solidFill>
              <a:srgbClr val="7962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16"/>
            <p:cNvSpPr/>
            <p:nvPr/>
          </p:nvSpPr>
          <p:spPr>
            <a:xfrm>
              <a:off x="2748002" y="2669019"/>
              <a:ext cx="1516982" cy="1333520"/>
            </a:xfrm>
            <a:custGeom>
              <a:avLst/>
              <a:gdLst/>
              <a:ahLst/>
              <a:cxnLst/>
              <a:rect l="l" t="t" r="r" b="b"/>
              <a:pathLst>
                <a:path w="45155" h="39694" extrusionOk="0">
                  <a:moveTo>
                    <a:pt x="38249" y="0"/>
                  </a:moveTo>
                  <a:cubicBezTo>
                    <a:pt x="34020" y="1445"/>
                    <a:pt x="29898" y="2115"/>
                    <a:pt x="25749" y="2115"/>
                  </a:cubicBezTo>
                  <a:cubicBezTo>
                    <a:pt x="23421" y="6906"/>
                    <a:pt x="19727" y="10920"/>
                    <a:pt x="15177" y="13811"/>
                  </a:cubicBezTo>
                  <a:cubicBezTo>
                    <a:pt x="10600" y="16622"/>
                    <a:pt x="5354" y="18067"/>
                    <a:pt x="1" y="18067"/>
                  </a:cubicBezTo>
                  <a:cubicBezTo>
                    <a:pt x="1901" y="21627"/>
                    <a:pt x="4337" y="25079"/>
                    <a:pt x="7469" y="28211"/>
                  </a:cubicBezTo>
                  <a:cubicBezTo>
                    <a:pt x="5675" y="32226"/>
                    <a:pt x="3240" y="36134"/>
                    <a:pt x="1" y="39694"/>
                  </a:cubicBezTo>
                  <a:cubicBezTo>
                    <a:pt x="4685" y="39694"/>
                    <a:pt x="9369" y="39131"/>
                    <a:pt x="13839" y="37793"/>
                  </a:cubicBezTo>
                  <a:cubicBezTo>
                    <a:pt x="18282" y="36562"/>
                    <a:pt x="22645" y="34688"/>
                    <a:pt x="26552" y="32226"/>
                  </a:cubicBezTo>
                  <a:cubicBezTo>
                    <a:pt x="34582" y="27328"/>
                    <a:pt x="41033" y="20181"/>
                    <a:pt x="45155" y="11804"/>
                  </a:cubicBezTo>
                  <a:cubicBezTo>
                    <a:pt x="43388" y="7361"/>
                    <a:pt x="41033" y="3346"/>
                    <a:pt x="38249" y="0"/>
                  </a:cubicBezTo>
                  <a:close/>
                </a:path>
              </a:pathLst>
            </a:custGeom>
            <a:solidFill>
              <a:srgbClr val="2B85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16"/>
            <p:cNvSpPr/>
            <p:nvPr/>
          </p:nvSpPr>
          <p:spPr>
            <a:xfrm>
              <a:off x="3399912" y="1050455"/>
              <a:ext cx="1067380" cy="1715697"/>
            </a:xfrm>
            <a:custGeom>
              <a:avLst/>
              <a:gdLst/>
              <a:ahLst/>
              <a:cxnLst/>
              <a:rect l="l" t="t" r="r" b="b"/>
              <a:pathLst>
                <a:path w="31772" h="51070" extrusionOk="0">
                  <a:moveTo>
                    <a:pt x="14508" y="1"/>
                  </a:moveTo>
                  <a:cubicBezTo>
                    <a:pt x="9690" y="563"/>
                    <a:pt x="5247" y="1767"/>
                    <a:pt x="1232" y="3561"/>
                  </a:cubicBezTo>
                  <a:cubicBezTo>
                    <a:pt x="1446" y="7924"/>
                    <a:pt x="991" y="12153"/>
                    <a:pt x="1" y="16060"/>
                  </a:cubicBezTo>
                  <a:cubicBezTo>
                    <a:pt x="3909" y="19620"/>
                    <a:pt x="6799" y="24304"/>
                    <a:pt x="8245" y="29443"/>
                  </a:cubicBezTo>
                  <a:cubicBezTo>
                    <a:pt x="9021" y="32013"/>
                    <a:pt x="9369" y="34689"/>
                    <a:pt x="9369" y="37366"/>
                  </a:cubicBezTo>
                  <a:cubicBezTo>
                    <a:pt x="9369" y="38704"/>
                    <a:pt x="9369" y="40042"/>
                    <a:pt x="9155" y="41247"/>
                  </a:cubicBezTo>
                  <a:cubicBezTo>
                    <a:pt x="9155" y="41916"/>
                    <a:pt x="8914" y="42585"/>
                    <a:pt x="8807" y="43254"/>
                  </a:cubicBezTo>
                  <a:cubicBezTo>
                    <a:pt x="8700" y="43923"/>
                    <a:pt x="8593" y="44592"/>
                    <a:pt x="8352" y="45155"/>
                  </a:cubicBezTo>
                  <a:cubicBezTo>
                    <a:pt x="12367" y="44378"/>
                    <a:pt x="16274" y="42933"/>
                    <a:pt x="20075" y="40711"/>
                  </a:cubicBezTo>
                  <a:cubicBezTo>
                    <a:pt x="23528" y="43495"/>
                    <a:pt x="26660" y="46948"/>
                    <a:pt x="29229" y="51070"/>
                  </a:cubicBezTo>
                  <a:cubicBezTo>
                    <a:pt x="31772" y="42050"/>
                    <a:pt x="31665" y="32441"/>
                    <a:pt x="29095" y="23421"/>
                  </a:cubicBezTo>
                  <a:cubicBezTo>
                    <a:pt x="26552" y="14481"/>
                    <a:pt x="21413" y="6237"/>
                    <a:pt x="14508" y="1"/>
                  </a:cubicBezTo>
                  <a:close/>
                </a:path>
              </a:pathLst>
            </a:custGeom>
            <a:solidFill>
              <a:srgbClr val="4F6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16"/>
            <p:cNvSpPr/>
            <p:nvPr/>
          </p:nvSpPr>
          <p:spPr>
            <a:xfrm>
              <a:off x="1819135" y="611673"/>
              <a:ext cx="1809225" cy="876729"/>
            </a:xfrm>
            <a:custGeom>
              <a:avLst/>
              <a:gdLst/>
              <a:ahLst/>
              <a:cxnLst/>
              <a:rect l="l" t="t" r="r" b="b"/>
              <a:pathLst>
                <a:path w="53854" h="26097" extrusionOk="0">
                  <a:moveTo>
                    <a:pt x="27195" y="0"/>
                  </a:moveTo>
                  <a:cubicBezTo>
                    <a:pt x="17934" y="0"/>
                    <a:pt x="8566" y="2784"/>
                    <a:pt x="777" y="7816"/>
                  </a:cubicBezTo>
                  <a:cubicBezTo>
                    <a:pt x="1" y="12500"/>
                    <a:pt x="1" y="17184"/>
                    <a:pt x="536" y="21520"/>
                  </a:cubicBezTo>
                  <a:cubicBezTo>
                    <a:pt x="4899" y="22430"/>
                    <a:pt x="8807" y="23982"/>
                    <a:pt x="12260" y="26097"/>
                  </a:cubicBezTo>
                  <a:cubicBezTo>
                    <a:pt x="16837" y="23313"/>
                    <a:pt x="22083" y="21761"/>
                    <a:pt x="27436" y="21654"/>
                  </a:cubicBezTo>
                  <a:cubicBezTo>
                    <a:pt x="32789" y="21654"/>
                    <a:pt x="38008" y="23099"/>
                    <a:pt x="42585" y="25883"/>
                  </a:cubicBezTo>
                  <a:cubicBezTo>
                    <a:pt x="42933" y="21868"/>
                    <a:pt x="42585" y="17639"/>
                    <a:pt x="41488" y="13276"/>
                  </a:cubicBezTo>
                  <a:cubicBezTo>
                    <a:pt x="45048" y="10814"/>
                    <a:pt x="49277" y="8699"/>
                    <a:pt x="53853" y="7361"/>
                  </a:cubicBezTo>
                  <a:cubicBezTo>
                    <a:pt x="51846" y="6130"/>
                    <a:pt x="49839" y="5032"/>
                    <a:pt x="47724" y="4122"/>
                  </a:cubicBezTo>
                  <a:cubicBezTo>
                    <a:pt x="45503" y="3239"/>
                    <a:pt x="43361" y="2356"/>
                    <a:pt x="41033" y="1794"/>
                  </a:cubicBezTo>
                  <a:cubicBezTo>
                    <a:pt x="40471" y="1687"/>
                    <a:pt x="39909" y="1446"/>
                    <a:pt x="39346" y="1339"/>
                  </a:cubicBezTo>
                  <a:cubicBezTo>
                    <a:pt x="38811" y="1232"/>
                    <a:pt x="38249" y="1124"/>
                    <a:pt x="37687" y="1017"/>
                  </a:cubicBezTo>
                  <a:cubicBezTo>
                    <a:pt x="36456" y="777"/>
                    <a:pt x="35332" y="562"/>
                    <a:pt x="34234" y="455"/>
                  </a:cubicBezTo>
                  <a:cubicBezTo>
                    <a:pt x="31879" y="107"/>
                    <a:pt x="29550" y="0"/>
                    <a:pt x="27195" y="0"/>
                  </a:cubicBezTo>
                  <a:close/>
                </a:path>
              </a:pathLst>
            </a:custGeom>
            <a:solidFill>
              <a:srgbClr val="4F6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16"/>
            <p:cNvSpPr/>
            <p:nvPr/>
          </p:nvSpPr>
          <p:spPr>
            <a:xfrm>
              <a:off x="1027874" y="1069369"/>
              <a:ext cx="1061064" cy="1854142"/>
            </a:xfrm>
            <a:custGeom>
              <a:avLst/>
              <a:gdLst/>
              <a:ahLst/>
              <a:cxnLst/>
              <a:rect l="l" t="t" r="r" b="b"/>
              <a:pathLst>
                <a:path w="31584" h="55191" extrusionOk="0">
                  <a:moveTo>
                    <a:pt x="16729" y="0"/>
                  </a:moveTo>
                  <a:cubicBezTo>
                    <a:pt x="9930" y="6343"/>
                    <a:pt x="4925" y="14587"/>
                    <a:pt x="2463" y="23634"/>
                  </a:cubicBezTo>
                  <a:cubicBezTo>
                    <a:pt x="0" y="32654"/>
                    <a:pt x="134" y="42263"/>
                    <a:pt x="2811" y="51283"/>
                  </a:cubicBezTo>
                  <a:cubicBezTo>
                    <a:pt x="7147" y="53290"/>
                    <a:pt x="11616" y="54629"/>
                    <a:pt x="15953" y="55191"/>
                  </a:cubicBezTo>
                  <a:cubicBezTo>
                    <a:pt x="18067" y="51283"/>
                    <a:pt x="20637" y="47830"/>
                    <a:pt x="23554" y="45047"/>
                  </a:cubicBezTo>
                  <a:cubicBezTo>
                    <a:pt x="22082" y="40015"/>
                    <a:pt x="21975" y="34447"/>
                    <a:pt x="23420" y="29308"/>
                  </a:cubicBezTo>
                  <a:cubicBezTo>
                    <a:pt x="24758" y="24196"/>
                    <a:pt x="27676" y="19512"/>
                    <a:pt x="31584" y="15819"/>
                  </a:cubicBezTo>
                  <a:cubicBezTo>
                    <a:pt x="27783" y="14480"/>
                    <a:pt x="23554" y="13597"/>
                    <a:pt x="19191" y="13597"/>
                  </a:cubicBezTo>
                  <a:cubicBezTo>
                    <a:pt x="17746" y="9368"/>
                    <a:pt x="16863" y="4791"/>
                    <a:pt x="16729" y="0"/>
                  </a:cubicBezTo>
                  <a:close/>
                </a:path>
              </a:pathLst>
            </a:custGeom>
            <a:solidFill>
              <a:srgbClr val="4F6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16"/>
            <p:cNvSpPr/>
            <p:nvPr/>
          </p:nvSpPr>
          <p:spPr>
            <a:xfrm>
              <a:off x="605249" y="3275943"/>
              <a:ext cx="2142790" cy="726593"/>
            </a:xfrm>
            <a:custGeom>
              <a:avLst/>
              <a:gdLst/>
              <a:ahLst/>
              <a:cxnLst/>
              <a:rect l="l" t="t" r="r" b="b"/>
              <a:pathLst>
                <a:path w="63783" h="21628" extrusionOk="0">
                  <a:moveTo>
                    <a:pt x="0" y="1"/>
                  </a:moveTo>
                  <a:lnTo>
                    <a:pt x="9235" y="10814"/>
                  </a:lnTo>
                  <a:lnTo>
                    <a:pt x="0" y="21628"/>
                  </a:lnTo>
                  <a:lnTo>
                    <a:pt x="54415" y="21628"/>
                  </a:lnTo>
                  <a:lnTo>
                    <a:pt x="63783" y="10814"/>
                  </a:lnTo>
                  <a:lnTo>
                    <a:pt x="54415" y="1"/>
                  </a:lnTo>
                  <a:close/>
                </a:path>
              </a:pathLst>
            </a:custGeom>
            <a:solidFill>
              <a:srgbClr val="03C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215153" y="301125"/>
            <a:ext cx="8713694" cy="6403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VISÃO GERAL DO SISTEMA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F210DD3-5CA4-9CBD-F9FE-5B3198B2CA48}"/>
              </a:ext>
            </a:extLst>
          </p:cNvPr>
          <p:cNvSpPr txBox="1"/>
          <p:nvPr/>
        </p:nvSpPr>
        <p:spPr>
          <a:xfrm>
            <a:off x="215153" y="1217209"/>
            <a:ext cx="87136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sistema de biblioteca tem como propósito apoiar o controle do acervo e dos usuários cadastrados, permitindo autenticação, registro de livros, operações de empréstimo e devolução, consulta à disponibilidade de exemplares e geração de relatórios operacionais.</a:t>
            </a:r>
          </a:p>
        </p:txBody>
      </p:sp>
      <p:grpSp>
        <p:nvGrpSpPr>
          <p:cNvPr id="3" name="Google Shape;1268;p38">
            <a:extLst>
              <a:ext uri="{FF2B5EF4-FFF2-40B4-BE49-F238E27FC236}">
                <a16:creationId xmlns:a16="http://schemas.microsoft.com/office/drawing/2014/main" id="{2DF41765-7197-74BD-E31E-631744CE5F4A}"/>
              </a:ext>
            </a:extLst>
          </p:cNvPr>
          <p:cNvGrpSpPr/>
          <p:nvPr/>
        </p:nvGrpSpPr>
        <p:grpSpPr>
          <a:xfrm>
            <a:off x="3163319" y="2370193"/>
            <a:ext cx="2817362" cy="2679355"/>
            <a:chOff x="3177750" y="1081175"/>
            <a:chExt cx="2783951" cy="2718404"/>
          </a:xfrm>
        </p:grpSpPr>
        <p:sp>
          <p:nvSpPr>
            <p:cNvPr id="4" name="Google Shape;1269;p38">
              <a:extLst>
                <a:ext uri="{FF2B5EF4-FFF2-40B4-BE49-F238E27FC236}">
                  <a16:creationId xmlns:a16="http://schemas.microsoft.com/office/drawing/2014/main" id="{64009B61-A78D-6C26-ED58-727CDA5C3070}"/>
                </a:ext>
              </a:extLst>
            </p:cNvPr>
            <p:cNvSpPr/>
            <p:nvPr/>
          </p:nvSpPr>
          <p:spPr>
            <a:xfrm>
              <a:off x="3776526" y="1542414"/>
              <a:ext cx="1586400" cy="15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270;p38">
              <a:extLst>
                <a:ext uri="{FF2B5EF4-FFF2-40B4-BE49-F238E27FC236}">
                  <a16:creationId xmlns:a16="http://schemas.microsoft.com/office/drawing/2014/main" id="{D9C57205-6E2B-1A96-23BF-C870EE5A4B9B}"/>
                </a:ext>
              </a:extLst>
            </p:cNvPr>
            <p:cNvSpPr/>
            <p:nvPr/>
          </p:nvSpPr>
          <p:spPr>
            <a:xfrm>
              <a:off x="3826326" y="1592214"/>
              <a:ext cx="1486800" cy="14868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71;p38">
              <a:extLst>
                <a:ext uri="{FF2B5EF4-FFF2-40B4-BE49-F238E27FC236}">
                  <a16:creationId xmlns:a16="http://schemas.microsoft.com/office/drawing/2014/main" id="{4328DAF7-9C1C-2C02-95AF-01603F6E14F8}"/>
                </a:ext>
              </a:extLst>
            </p:cNvPr>
            <p:cNvSpPr/>
            <p:nvPr/>
          </p:nvSpPr>
          <p:spPr>
            <a:xfrm>
              <a:off x="3946854" y="3165774"/>
              <a:ext cx="1280584" cy="321818"/>
            </a:xfrm>
            <a:custGeom>
              <a:avLst/>
              <a:gdLst/>
              <a:ahLst/>
              <a:cxnLst/>
              <a:rect l="l" t="t" r="r" b="b"/>
              <a:pathLst>
                <a:path w="46143" h="11596" extrusionOk="0">
                  <a:moveTo>
                    <a:pt x="42440" y="1"/>
                  </a:moveTo>
                  <a:lnTo>
                    <a:pt x="42440" y="1"/>
                  </a:lnTo>
                  <a:cubicBezTo>
                    <a:pt x="36794" y="3771"/>
                    <a:pt x="29941" y="6016"/>
                    <a:pt x="22686" y="6016"/>
                  </a:cubicBezTo>
                  <a:cubicBezTo>
                    <a:pt x="15918" y="6016"/>
                    <a:pt x="9635" y="4123"/>
                    <a:pt x="4256" y="839"/>
                  </a:cubicBezTo>
                  <a:lnTo>
                    <a:pt x="1" y="1258"/>
                  </a:lnTo>
                  <a:lnTo>
                    <a:pt x="621" y="5178"/>
                  </a:lnTo>
                  <a:cubicBezTo>
                    <a:pt x="6987" y="9216"/>
                    <a:pt x="14527" y="11595"/>
                    <a:pt x="22686" y="11595"/>
                  </a:cubicBezTo>
                  <a:cubicBezTo>
                    <a:pt x="31416" y="11595"/>
                    <a:pt x="39508" y="8864"/>
                    <a:pt x="46143" y="4190"/>
                  </a:cubicBezTo>
                  <a:lnTo>
                    <a:pt x="41820" y="3771"/>
                  </a:lnTo>
                  <a:lnTo>
                    <a:pt x="4244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72;p38">
              <a:extLst>
                <a:ext uri="{FF2B5EF4-FFF2-40B4-BE49-F238E27FC236}">
                  <a16:creationId xmlns:a16="http://schemas.microsoft.com/office/drawing/2014/main" id="{472E684E-6E41-8E22-AAA6-D0940CCFE106}"/>
                </a:ext>
              </a:extLst>
            </p:cNvPr>
            <p:cNvSpPr/>
            <p:nvPr/>
          </p:nvSpPr>
          <p:spPr>
            <a:xfrm>
              <a:off x="3499052" y="1212782"/>
              <a:ext cx="1071829" cy="808181"/>
            </a:xfrm>
            <a:custGeom>
              <a:avLst/>
              <a:gdLst/>
              <a:ahLst/>
              <a:cxnLst/>
              <a:rect l="l" t="t" r="r" b="b"/>
              <a:pathLst>
                <a:path w="38621" h="29121" extrusionOk="0">
                  <a:moveTo>
                    <a:pt x="35755" y="1"/>
                  </a:moveTo>
                  <a:cubicBezTo>
                    <a:pt x="19135" y="1190"/>
                    <a:pt x="5245" y="12365"/>
                    <a:pt x="1" y="27512"/>
                  </a:cubicBezTo>
                  <a:lnTo>
                    <a:pt x="3570" y="25417"/>
                  </a:lnTo>
                  <a:lnTo>
                    <a:pt x="5379" y="29120"/>
                  </a:lnTo>
                  <a:cubicBezTo>
                    <a:pt x="9920" y="16336"/>
                    <a:pt x="21514" y="6920"/>
                    <a:pt x="35470" y="5597"/>
                  </a:cubicBezTo>
                  <a:lnTo>
                    <a:pt x="38620" y="2665"/>
                  </a:lnTo>
                  <a:lnTo>
                    <a:pt x="35755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73;p38">
              <a:extLst>
                <a:ext uri="{FF2B5EF4-FFF2-40B4-BE49-F238E27FC236}">
                  <a16:creationId xmlns:a16="http://schemas.microsoft.com/office/drawing/2014/main" id="{ED54FA1E-FF35-4C1F-9DA9-67697700FDE2}"/>
                </a:ext>
              </a:extLst>
            </p:cNvPr>
            <p:cNvSpPr/>
            <p:nvPr/>
          </p:nvSpPr>
          <p:spPr>
            <a:xfrm>
              <a:off x="3435358" y="2005147"/>
              <a:ext cx="548251" cy="1255468"/>
            </a:xfrm>
            <a:custGeom>
              <a:avLst/>
              <a:gdLst/>
              <a:ahLst/>
              <a:cxnLst/>
              <a:rect l="l" t="t" r="r" b="b"/>
              <a:pathLst>
                <a:path w="19755" h="45238" extrusionOk="0">
                  <a:moveTo>
                    <a:pt x="4893" y="0"/>
                  </a:moveTo>
                  <a:lnTo>
                    <a:pt x="1324" y="2095"/>
                  </a:lnTo>
                  <a:cubicBezTo>
                    <a:pt x="486" y="5379"/>
                    <a:pt x="1" y="8797"/>
                    <a:pt x="1" y="12365"/>
                  </a:cubicBezTo>
                  <a:cubicBezTo>
                    <a:pt x="1" y="25836"/>
                    <a:pt x="6485" y="37782"/>
                    <a:pt x="16537" y="45238"/>
                  </a:cubicBezTo>
                  <a:lnTo>
                    <a:pt x="15850" y="41049"/>
                  </a:lnTo>
                  <a:lnTo>
                    <a:pt x="19754" y="40714"/>
                  </a:lnTo>
                  <a:cubicBezTo>
                    <a:pt x="11176" y="34213"/>
                    <a:pt x="5647" y="23959"/>
                    <a:pt x="5647" y="12365"/>
                  </a:cubicBezTo>
                  <a:cubicBezTo>
                    <a:pt x="5647" y="9366"/>
                    <a:pt x="5999" y="6501"/>
                    <a:pt x="6702" y="3703"/>
                  </a:cubicBezTo>
                  <a:lnTo>
                    <a:pt x="4893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74;p38">
              <a:extLst>
                <a:ext uri="{FF2B5EF4-FFF2-40B4-BE49-F238E27FC236}">
                  <a16:creationId xmlns:a16="http://schemas.microsoft.com/office/drawing/2014/main" id="{DF7B6CBE-F930-3E40-FCB7-733410E5AC2B}"/>
                </a:ext>
              </a:extLst>
            </p:cNvPr>
            <p:cNvSpPr/>
            <p:nvPr/>
          </p:nvSpPr>
          <p:spPr>
            <a:xfrm>
              <a:off x="4578329" y="1209063"/>
              <a:ext cx="1056010" cy="811899"/>
            </a:xfrm>
            <a:custGeom>
              <a:avLst/>
              <a:gdLst/>
              <a:ahLst/>
              <a:cxnLst/>
              <a:rect l="l" t="t" r="r" b="b"/>
              <a:pathLst>
                <a:path w="38051" h="29255" extrusionOk="0">
                  <a:moveTo>
                    <a:pt x="0" y="1"/>
                  </a:moveTo>
                  <a:lnTo>
                    <a:pt x="2999" y="2799"/>
                  </a:lnTo>
                  <a:lnTo>
                    <a:pt x="0" y="5580"/>
                  </a:lnTo>
                  <a:cubicBezTo>
                    <a:pt x="14527" y="5647"/>
                    <a:pt x="26959" y="14376"/>
                    <a:pt x="32404" y="26875"/>
                  </a:cubicBezTo>
                  <a:lnTo>
                    <a:pt x="36442" y="29254"/>
                  </a:lnTo>
                  <a:lnTo>
                    <a:pt x="38050" y="25903"/>
                  </a:lnTo>
                  <a:cubicBezTo>
                    <a:pt x="32052" y="10824"/>
                    <a:pt x="17241" y="68"/>
                    <a:pt x="0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75;p38">
              <a:extLst>
                <a:ext uri="{FF2B5EF4-FFF2-40B4-BE49-F238E27FC236}">
                  <a16:creationId xmlns:a16="http://schemas.microsoft.com/office/drawing/2014/main" id="{2D96CE2D-A731-5FAC-B570-385B6C4DE50E}"/>
                </a:ext>
              </a:extLst>
            </p:cNvPr>
            <p:cNvSpPr/>
            <p:nvPr/>
          </p:nvSpPr>
          <p:spPr>
            <a:xfrm>
              <a:off x="5179109" y="2009338"/>
              <a:ext cx="536622" cy="1218751"/>
            </a:xfrm>
            <a:custGeom>
              <a:avLst/>
              <a:gdLst/>
              <a:ahLst/>
              <a:cxnLst/>
              <a:rect l="l" t="t" r="r" b="b"/>
              <a:pathLst>
                <a:path w="19336" h="43915" extrusionOk="0">
                  <a:moveTo>
                    <a:pt x="17459" y="0"/>
                  </a:moveTo>
                  <a:lnTo>
                    <a:pt x="15699" y="3552"/>
                  </a:lnTo>
                  <a:lnTo>
                    <a:pt x="12013" y="1391"/>
                  </a:lnTo>
                  <a:lnTo>
                    <a:pt x="12013" y="1391"/>
                  </a:lnTo>
                  <a:cubicBezTo>
                    <a:pt x="13119" y="4809"/>
                    <a:pt x="13756" y="8445"/>
                    <a:pt x="13756" y="12214"/>
                  </a:cubicBezTo>
                  <a:cubicBezTo>
                    <a:pt x="13756" y="23306"/>
                    <a:pt x="8579" y="33225"/>
                    <a:pt x="620" y="39725"/>
                  </a:cubicBezTo>
                  <a:lnTo>
                    <a:pt x="0" y="43495"/>
                  </a:lnTo>
                  <a:lnTo>
                    <a:pt x="4390" y="43914"/>
                  </a:lnTo>
                  <a:cubicBezTo>
                    <a:pt x="13471" y="36374"/>
                    <a:pt x="19335" y="24981"/>
                    <a:pt x="19335" y="12214"/>
                  </a:cubicBezTo>
                  <a:cubicBezTo>
                    <a:pt x="19335" y="7959"/>
                    <a:pt x="18632" y="3837"/>
                    <a:pt x="17459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76;p38">
              <a:extLst>
                <a:ext uri="{FF2B5EF4-FFF2-40B4-BE49-F238E27FC236}">
                  <a16:creationId xmlns:a16="http://schemas.microsoft.com/office/drawing/2014/main" id="{EF8C868D-9104-29EB-20EA-8D047D16A5DB}"/>
                </a:ext>
              </a:extLst>
            </p:cNvPr>
            <p:cNvSpPr/>
            <p:nvPr/>
          </p:nvSpPr>
          <p:spPr>
            <a:xfrm>
              <a:off x="3586475" y="1081175"/>
              <a:ext cx="775155" cy="775155"/>
            </a:xfrm>
            <a:custGeom>
              <a:avLst/>
              <a:gdLst/>
              <a:ahLst/>
              <a:cxnLst/>
              <a:rect l="l" t="t" r="r" b="b"/>
              <a:pathLst>
                <a:path w="27931" h="27931" extrusionOk="0">
                  <a:moveTo>
                    <a:pt x="13957" y="1"/>
                  </a:moveTo>
                  <a:cubicBezTo>
                    <a:pt x="6217" y="1"/>
                    <a:pt x="1" y="6284"/>
                    <a:pt x="1" y="13958"/>
                  </a:cubicBezTo>
                  <a:cubicBezTo>
                    <a:pt x="1" y="21715"/>
                    <a:pt x="6217" y="27931"/>
                    <a:pt x="13957" y="27931"/>
                  </a:cubicBezTo>
                  <a:cubicBezTo>
                    <a:pt x="21715" y="27931"/>
                    <a:pt x="27931" y="21715"/>
                    <a:pt x="27931" y="13958"/>
                  </a:cubicBezTo>
                  <a:cubicBezTo>
                    <a:pt x="27931" y="6284"/>
                    <a:pt x="21715" y="1"/>
                    <a:pt x="13957" y="1"/>
                  </a:cubicBezTo>
                  <a:close/>
                </a:path>
              </a:pathLst>
            </a:custGeom>
            <a:solidFill>
              <a:srgbClr val="03C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77;p38">
              <a:extLst>
                <a:ext uri="{FF2B5EF4-FFF2-40B4-BE49-F238E27FC236}">
                  <a16:creationId xmlns:a16="http://schemas.microsoft.com/office/drawing/2014/main" id="{0B9A5C32-20C0-0AEC-3CF4-5FA5C65917E7}"/>
                </a:ext>
              </a:extLst>
            </p:cNvPr>
            <p:cNvSpPr/>
            <p:nvPr/>
          </p:nvSpPr>
          <p:spPr>
            <a:xfrm>
              <a:off x="4789422" y="1081175"/>
              <a:ext cx="777014" cy="775155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3974" y="1"/>
                  </a:moveTo>
                  <a:cubicBezTo>
                    <a:pt x="6284" y="1"/>
                    <a:pt x="1" y="6284"/>
                    <a:pt x="1" y="13958"/>
                  </a:cubicBezTo>
                  <a:cubicBezTo>
                    <a:pt x="1" y="21715"/>
                    <a:pt x="6284" y="27931"/>
                    <a:pt x="13974" y="27931"/>
                  </a:cubicBezTo>
                  <a:cubicBezTo>
                    <a:pt x="21715" y="27931"/>
                    <a:pt x="27998" y="21715"/>
                    <a:pt x="27998" y="13958"/>
                  </a:cubicBezTo>
                  <a:cubicBezTo>
                    <a:pt x="27998" y="6284"/>
                    <a:pt x="21715" y="1"/>
                    <a:pt x="13974" y="1"/>
                  </a:cubicBezTo>
                  <a:close/>
                </a:path>
              </a:pathLst>
            </a:custGeom>
            <a:solidFill>
              <a:srgbClr val="2B85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78;p38">
              <a:extLst>
                <a:ext uri="{FF2B5EF4-FFF2-40B4-BE49-F238E27FC236}">
                  <a16:creationId xmlns:a16="http://schemas.microsoft.com/office/drawing/2014/main" id="{D0B58C77-6ABC-921F-D3A1-696724A26889}"/>
                </a:ext>
              </a:extLst>
            </p:cNvPr>
            <p:cNvSpPr/>
            <p:nvPr/>
          </p:nvSpPr>
          <p:spPr>
            <a:xfrm>
              <a:off x="5187018" y="2319012"/>
              <a:ext cx="774683" cy="775155"/>
            </a:xfrm>
            <a:custGeom>
              <a:avLst/>
              <a:gdLst/>
              <a:ahLst/>
              <a:cxnLst/>
              <a:rect l="l" t="t" r="r" b="b"/>
              <a:pathLst>
                <a:path w="27914" h="27931" extrusionOk="0">
                  <a:moveTo>
                    <a:pt x="13957" y="1"/>
                  </a:moveTo>
                  <a:cubicBezTo>
                    <a:pt x="6199" y="1"/>
                    <a:pt x="0" y="6217"/>
                    <a:pt x="0" y="13974"/>
                  </a:cubicBezTo>
                  <a:cubicBezTo>
                    <a:pt x="0" y="21648"/>
                    <a:pt x="6199" y="27931"/>
                    <a:pt x="13957" y="27931"/>
                  </a:cubicBezTo>
                  <a:cubicBezTo>
                    <a:pt x="21630" y="27931"/>
                    <a:pt x="27913" y="21648"/>
                    <a:pt x="27913" y="13974"/>
                  </a:cubicBezTo>
                  <a:cubicBezTo>
                    <a:pt x="27913" y="6217"/>
                    <a:pt x="21630" y="1"/>
                    <a:pt x="13957" y="1"/>
                  </a:cubicBezTo>
                  <a:close/>
                </a:path>
              </a:pathLst>
            </a:custGeom>
            <a:solidFill>
              <a:srgbClr val="4F6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79;p38">
              <a:extLst>
                <a:ext uri="{FF2B5EF4-FFF2-40B4-BE49-F238E27FC236}">
                  <a16:creationId xmlns:a16="http://schemas.microsoft.com/office/drawing/2014/main" id="{2B16CBFD-319F-047B-6C00-347DAE0E7673}"/>
                </a:ext>
              </a:extLst>
            </p:cNvPr>
            <p:cNvSpPr/>
            <p:nvPr/>
          </p:nvSpPr>
          <p:spPr>
            <a:xfrm>
              <a:off x="3177750" y="2319012"/>
              <a:ext cx="777014" cy="775155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solidFill>
              <a:srgbClr val="9E50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80;p38">
              <a:extLst>
                <a:ext uri="{FF2B5EF4-FFF2-40B4-BE49-F238E27FC236}">
                  <a16:creationId xmlns:a16="http://schemas.microsoft.com/office/drawing/2014/main" id="{8A590213-2EB8-15CF-AA0D-420FE987101F}"/>
                </a:ext>
              </a:extLst>
            </p:cNvPr>
            <p:cNvSpPr/>
            <p:nvPr/>
          </p:nvSpPr>
          <p:spPr>
            <a:xfrm>
              <a:off x="4187255" y="3022565"/>
              <a:ext cx="776543" cy="777014"/>
            </a:xfrm>
            <a:custGeom>
              <a:avLst/>
              <a:gdLst/>
              <a:ahLst/>
              <a:cxnLst/>
              <a:rect l="l" t="t" r="r" b="b"/>
              <a:pathLst>
                <a:path w="27981" h="27998" extrusionOk="0">
                  <a:moveTo>
                    <a:pt x="14024" y="0"/>
                  </a:moveTo>
                  <a:cubicBezTo>
                    <a:pt x="6284" y="0"/>
                    <a:pt x="1" y="6283"/>
                    <a:pt x="1" y="13957"/>
                  </a:cubicBezTo>
                  <a:cubicBezTo>
                    <a:pt x="1" y="21714"/>
                    <a:pt x="6284" y="27997"/>
                    <a:pt x="14024" y="27997"/>
                  </a:cubicBezTo>
                  <a:cubicBezTo>
                    <a:pt x="21698" y="27997"/>
                    <a:pt x="27981" y="21714"/>
                    <a:pt x="27981" y="13957"/>
                  </a:cubicBezTo>
                  <a:cubicBezTo>
                    <a:pt x="27981" y="6283"/>
                    <a:pt x="21698" y="0"/>
                    <a:pt x="14024" y="0"/>
                  </a:cubicBezTo>
                  <a:close/>
                </a:path>
              </a:pathLst>
            </a:custGeom>
            <a:solidFill>
              <a:srgbClr val="7962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" name="Google Shape;1282;p38">
              <a:extLst>
                <a:ext uri="{FF2B5EF4-FFF2-40B4-BE49-F238E27FC236}">
                  <a16:creationId xmlns:a16="http://schemas.microsoft.com/office/drawing/2014/main" id="{8ECAD69F-FC1B-4AFF-6020-C21414471ACF}"/>
                </a:ext>
              </a:extLst>
            </p:cNvPr>
            <p:cNvGrpSpPr/>
            <p:nvPr/>
          </p:nvGrpSpPr>
          <p:grpSpPr>
            <a:xfrm>
              <a:off x="4432450" y="3237854"/>
              <a:ext cx="286152" cy="346438"/>
              <a:chOff x="1836637" y="2891510"/>
              <a:chExt cx="286152" cy="346438"/>
            </a:xfrm>
          </p:grpSpPr>
          <p:sp>
            <p:nvSpPr>
              <p:cNvPr id="107" name="Google Shape;1283;p38">
                <a:extLst>
                  <a:ext uri="{FF2B5EF4-FFF2-40B4-BE49-F238E27FC236}">
                    <a16:creationId xmlns:a16="http://schemas.microsoft.com/office/drawing/2014/main" id="{466D4E6B-E315-2FBF-7F02-53831C8E0734}"/>
                  </a:ext>
                </a:extLst>
              </p:cNvPr>
              <p:cNvSpPr/>
              <p:nvPr/>
            </p:nvSpPr>
            <p:spPr>
              <a:xfrm>
                <a:off x="1836637" y="3059413"/>
                <a:ext cx="286152" cy="178534"/>
              </a:xfrm>
              <a:custGeom>
                <a:avLst/>
                <a:gdLst/>
                <a:ahLst/>
                <a:cxnLst/>
                <a:rect l="l" t="t" r="r" b="b"/>
                <a:pathLst>
                  <a:path w="8990" h="5609" extrusionOk="0">
                    <a:moveTo>
                      <a:pt x="3072" y="322"/>
                    </a:moveTo>
                    <a:cubicBezTo>
                      <a:pt x="3156" y="322"/>
                      <a:pt x="3251" y="357"/>
                      <a:pt x="3322" y="429"/>
                    </a:cubicBezTo>
                    <a:cubicBezTo>
                      <a:pt x="3382" y="488"/>
                      <a:pt x="3430" y="572"/>
                      <a:pt x="3430" y="679"/>
                    </a:cubicBezTo>
                    <a:lnTo>
                      <a:pt x="3430" y="1108"/>
                    </a:lnTo>
                    <a:cubicBezTo>
                      <a:pt x="3406" y="1286"/>
                      <a:pt x="3311" y="1453"/>
                      <a:pt x="3144" y="1560"/>
                    </a:cubicBezTo>
                    <a:cubicBezTo>
                      <a:pt x="3096" y="1584"/>
                      <a:pt x="3072" y="1631"/>
                      <a:pt x="3072" y="1691"/>
                    </a:cubicBezTo>
                    <a:lnTo>
                      <a:pt x="3072" y="1870"/>
                    </a:lnTo>
                    <a:lnTo>
                      <a:pt x="2715" y="1870"/>
                    </a:lnTo>
                    <a:lnTo>
                      <a:pt x="2715" y="1691"/>
                    </a:lnTo>
                    <a:cubicBezTo>
                      <a:pt x="2715" y="1631"/>
                      <a:pt x="2679" y="1584"/>
                      <a:pt x="2632" y="1560"/>
                    </a:cubicBezTo>
                    <a:cubicBezTo>
                      <a:pt x="2477" y="1465"/>
                      <a:pt x="2370" y="1286"/>
                      <a:pt x="2370" y="1108"/>
                    </a:cubicBezTo>
                    <a:lnTo>
                      <a:pt x="2370" y="679"/>
                    </a:lnTo>
                    <a:cubicBezTo>
                      <a:pt x="2370" y="488"/>
                      <a:pt x="2537" y="322"/>
                      <a:pt x="2727" y="322"/>
                    </a:cubicBezTo>
                    <a:close/>
                    <a:moveTo>
                      <a:pt x="6132" y="322"/>
                    </a:moveTo>
                    <a:cubicBezTo>
                      <a:pt x="6228" y="322"/>
                      <a:pt x="6311" y="357"/>
                      <a:pt x="6382" y="429"/>
                    </a:cubicBezTo>
                    <a:cubicBezTo>
                      <a:pt x="6442" y="488"/>
                      <a:pt x="6489" y="572"/>
                      <a:pt x="6489" y="679"/>
                    </a:cubicBezTo>
                    <a:lnTo>
                      <a:pt x="6489" y="1108"/>
                    </a:lnTo>
                    <a:cubicBezTo>
                      <a:pt x="6478" y="1286"/>
                      <a:pt x="6370" y="1453"/>
                      <a:pt x="6204" y="1560"/>
                    </a:cubicBezTo>
                    <a:cubicBezTo>
                      <a:pt x="6168" y="1584"/>
                      <a:pt x="6132" y="1631"/>
                      <a:pt x="6132" y="1691"/>
                    </a:cubicBezTo>
                    <a:lnTo>
                      <a:pt x="6132" y="1870"/>
                    </a:lnTo>
                    <a:lnTo>
                      <a:pt x="5775" y="1870"/>
                    </a:lnTo>
                    <a:lnTo>
                      <a:pt x="5775" y="1691"/>
                    </a:lnTo>
                    <a:cubicBezTo>
                      <a:pt x="5775" y="1631"/>
                      <a:pt x="5751" y="1584"/>
                      <a:pt x="5704" y="1560"/>
                    </a:cubicBezTo>
                    <a:cubicBezTo>
                      <a:pt x="5537" y="1465"/>
                      <a:pt x="5430" y="1286"/>
                      <a:pt x="5430" y="1108"/>
                    </a:cubicBezTo>
                    <a:lnTo>
                      <a:pt x="5430" y="679"/>
                    </a:lnTo>
                    <a:cubicBezTo>
                      <a:pt x="5430" y="488"/>
                      <a:pt x="5597" y="322"/>
                      <a:pt x="5787" y="322"/>
                    </a:cubicBezTo>
                    <a:close/>
                    <a:moveTo>
                      <a:pt x="1536" y="2024"/>
                    </a:moveTo>
                    <a:cubicBezTo>
                      <a:pt x="1620" y="2024"/>
                      <a:pt x="1715" y="2048"/>
                      <a:pt x="1787" y="2120"/>
                    </a:cubicBezTo>
                    <a:cubicBezTo>
                      <a:pt x="1846" y="2179"/>
                      <a:pt x="1894" y="2274"/>
                      <a:pt x="1894" y="2382"/>
                    </a:cubicBezTo>
                    <a:lnTo>
                      <a:pt x="1894" y="2810"/>
                    </a:lnTo>
                    <a:lnTo>
                      <a:pt x="1882" y="2810"/>
                    </a:lnTo>
                    <a:cubicBezTo>
                      <a:pt x="1882" y="2989"/>
                      <a:pt x="1775" y="3167"/>
                      <a:pt x="1608" y="3251"/>
                    </a:cubicBezTo>
                    <a:cubicBezTo>
                      <a:pt x="1560" y="3286"/>
                      <a:pt x="1536" y="3334"/>
                      <a:pt x="1536" y="3382"/>
                    </a:cubicBezTo>
                    <a:lnTo>
                      <a:pt x="1536" y="3572"/>
                    </a:lnTo>
                    <a:lnTo>
                      <a:pt x="1179" y="3572"/>
                    </a:lnTo>
                    <a:lnTo>
                      <a:pt x="1179" y="3382"/>
                    </a:lnTo>
                    <a:cubicBezTo>
                      <a:pt x="1179" y="3334"/>
                      <a:pt x="1144" y="3286"/>
                      <a:pt x="1108" y="3251"/>
                    </a:cubicBezTo>
                    <a:cubicBezTo>
                      <a:pt x="941" y="3167"/>
                      <a:pt x="834" y="2989"/>
                      <a:pt x="834" y="2810"/>
                    </a:cubicBezTo>
                    <a:lnTo>
                      <a:pt x="834" y="2382"/>
                    </a:lnTo>
                    <a:cubicBezTo>
                      <a:pt x="834" y="2179"/>
                      <a:pt x="1001" y="2024"/>
                      <a:pt x="1191" y="2024"/>
                    </a:cubicBezTo>
                    <a:close/>
                    <a:moveTo>
                      <a:pt x="4596" y="2024"/>
                    </a:moveTo>
                    <a:cubicBezTo>
                      <a:pt x="4692" y="2024"/>
                      <a:pt x="4775" y="2048"/>
                      <a:pt x="4858" y="2120"/>
                    </a:cubicBezTo>
                    <a:cubicBezTo>
                      <a:pt x="4918" y="2179"/>
                      <a:pt x="4954" y="2274"/>
                      <a:pt x="4954" y="2382"/>
                    </a:cubicBezTo>
                    <a:lnTo>
                      <a:pt x="4954" y="2810"/>
                    </a:lnTo>
                    <a:cubicBezTo>
                      <a:pt x="4942" y="3001"/>
                      <a:pt x="4835" y="3167"/>
                      <a:pt x="4680" y="3251"/>
                    </a:cubicBezTo>
                    <a:cubicBezTo>
                      <a:pt x="4632" y="3286"/>
                      <a:pt x="4596" y="3334"/>
                      <a:pt x="4596" y="3382"/>
                    </a:cubicBezTo>
                    <a:lnTo>
                      <a:pt x="4596" y="3572"/>
                    </a:lnTo>
                    <a:lnTo>
                      <a:pt x="4239" y="3572"/>
                    </a:lnTo>
                    <a:lnTo>
                      <a:pt x="4239" y="3382"/>
                    </a:lnTo>
                    <a:cubicBezTo>
                      <a:pt x="4239" y="3334"/>
                      <a:pt x="4215" y="3286"/>
                      <a:pt x="4168" y="3251"/>
                    </a:cubicBezTo>
                    <a:cubicBezTo>
                      <a:pt x="4001" y="3167"/>
                      <a:pt x="3906" y="2989"/>
                      <a:pt x="3906" y="2810"/>
                    </a:cubicBezTo>
                    <a:lnTo>
                      <a:pt x="3906" y="2382"/>
                    </a:lnTo>
                    <a:cubicBezTo>
                      <a:pt x="3906" y="2179"/>
                      <a:pt x="4061" y="2024"/>
                      <a:pt x="4263" y="2024"/>
                    </a:cubicBezTo>
                    <a:close/>
                    <a:moveTo>
                      <a:pt x="7668" y="2024"/>
                    </a:moveTo>
                    <a:cubicBezTo>
                      <a:pt x="7752" y="2024"/>
                      <a:pt x="7847" y="2048"/>
                      <a:pt x="7918" y="2120"/>
                    </a:cubicBezTo>
                    <a:cubicBezTo>
                      <a:pt x="7978" y="2179"/>
                      <a:pt x="8025" y="2274"/>
                      <a:pt x="8025" y="2382"/>
                    </a:cubicBezTo>
                    <a:lnTo>
                      <a:pt x="8025" y="2810"/>
                    </a:lnTo>
                    <a:cubicBezTo>
                      <a:pt x="8013" y="3001"/>
                      <a:pt x="7906" y="3167"/>
                      <a:pt x="7740" y="3251"/>
                    </a:cubicBezTo>
                    <a:cubicBezTo>
                      <a:pt x="7692" y="3286"/>
                      <a:pt x="7668" y="3334"/>
                      <a:pt x="7668" y="3382"/>
                    </a:cubicBezTo>
                    <a:lnTo>
                      <a:pt x="7668" y="3572"/>
                    </a:lnTo>
                    <a:lnTo>
                      <a:pt x="7311" y="3572"/>
                    </a:lnTo>
                    <a:lnTo>
                      <a:pt x="7311" y="3382"/>
                    </a:lnTo>
                    <a:cubicBezTo>
                      <a:pt x="7311" y="3334"/>
                      <a:pt x="7275" y="3286"/>
                      <a:pt x="7240" y="3251"/>
                    </a:cubicBezTo>
                    <a:cubicBezTo>
                      <a:pt x="7073" y="3167"/>
                      <a:pt x="6966" y="2989"/>
                      <a:pt x="6966" y="2810"/>
                    </a:cubicBezTo>
                    <a:lnTo>
                      <a:pt x="6966" y="2382"/>
                    </a:lnTo>
                    <a:cubicBezTo>
                      <a:pt x="6966" y="2179"/>
                      <a:pt x="7132" y="2024"/>
                      <a:pt x="7323" y="2024"/>
                    </a:cubicBezTo>
                    <a:close/>
                    <a:moveTo>
                      <a:pt x="2715" y="0"/>
                    </a:moveTo>
                    <a:cubicBezTo>
                      <a:pt x="2334" y="0"/>
                      <a:pt x="2037" y="298"/>
                      <a:pt x="2037" y="667"/>
                    </a:cubicBezTo>
                    <a:lnTo>
                      <a:pt x="2037" y="1096"/>
                    </a:lnTo>
                    <a:cubicBezTo>
                      <a:pt x="2037" y="1370"/>
                      <a:pt x="2179" y="1620"/>
                      <a:pt x="2382" y="1762"/>
                    </a:cubicBezTo>
                    <a:lnTo>
                      <a:pt x="2382" y="1917"/>
                    </a:lnTo>
                    <a:lnTo>
                      <a:pt x="2096" y="2036"/>
                    </a:lnTo>
                    <a:cubicBezTo>
                      <a:pt x="2072" y="1989"/>
                      <a:pt x="2037" y="1941"/>
                      <a:pt x="2001" y="1905"/>
                    </a:cubicBezTo>
                    <a:cubicBezTo>
                      <a:pt x="1858" y="1786"/>
                      <a:pt x="1703" y="1703"/>
                      <a:pt x="1525" y="1703"/>
                    </a:cubicBezTo>
                    <a:lnTo>
                      <a:pt x="1179" y="1703"/>
                    </a:lnTo>
                    <a:cubicBezTo>
                      <a:pt x="810" y="1703"/>
                      <a:pt x="513" y="2001"/>
                      <a:pt x="513" y="2382"/>
                    </a:cubicBezTo>
                    <a:lnTo>
                      <a:pt x="513" y="2810"/>
                    </a:lnTo>
                    <a:cubicBezTo>
                      <a:pt x="513" y="3072"/>
                      <a:pt x="644" y="3334"/>
                      <a:pt x="846" y="3477"/>
                    </a:cubicBezTo>
                    <a:lnTo>
                      <a:pt x="846" y="3632"/>
                    </a:lnTo>
                    <a:lnTo>
                      <a:pt x="417" y="3810"/>
                    </a:lnTo>
                    <a:cubicBezTo>
                      <a:pt x="167" y="3906"/>
                      <a:pt x="1" y="4144"/>
                      <a:pt x="1" y="4429"/>
                    </a:cubicBezTo>
                    <a:lnTo>
                      <a:pt x="1" y="5441"/>
                    </a:lnTo>
                    <a:cubicBezTo>
                      <a:pt x="1" y="5537"/>
                      <a:pt x="72" y="5608"/>
                      <a:pt x="167" y="5608"/>
                    </a:cubicBezTo>
                    <a:cubicBezTo>
                      <a:pt x="251" y="5608"/>
                      <a:pt x="334" y="5537"/>
                      <a:pt x="334" y="5441"/>
                    </a:cubicBezTo>
                    <a:lnTo>
                      <a:pt x="334" y="4429"/>
                    </a:lnTo>
                    <a:cubicBezTo>
                      <a:pt x="334" y="4287"/>
                      <a:pt x="417" y="4167"/>
                      <a:pt x="548" y="4108"/>
                    </a:cubicBezTo>
                    <a:lnTo>
                      <a:pt x="1060" y="3906"/>
                    </a:lnTo>
                    <a:lnTo>
                      <a:pt x="1679" y="3906"/>
                    </a:lnTo>
                    <a:lnTo>
                      <a:pt x="2191" y="4108"/>
                    </a:lnTo>
                    <a:cubicBezTo>
                      <a:pt x="2322" y="4167"/>
                      <a:pt x="2418" y="4287"/>
                      <a:pt x="2418" y="4429"/>
                    </a:cubicBezTo>
                    <a:lnTo>
                      <a:pt x="2418" y="5441"/>
                    </a:lnTo>
                    <a:cubicBezTo>
                      <a:pt x="2418" y="5537"/>
                      <a:pt x="2489" y="5608"/>
                      <a:pt x="2572" y="5608"/>
                    </a:cubicBezTo>
                    <a:cubicBezTo>
                      <a:pt x="2668" y="5608"/>
                      <a:pt x="2739" y="5537"/>
                      <a:pt x="2739" y="5441"/>
                    </a:cubicBezTo>
                    <a:lnTo>
                      <a:pt x="2739" y="4429"/>
                    </a:lnTo>
                    <a:cubicBezTo>
                      <a:pt x="2739" y="4144"/>
                      <a:pt x="2572" y="3906"/>
                      <a:pt x="2322" y="3810"/>
                    </a:cubicBezTo>
                    <a:lnTo>
                      <a:pt x="1894" y="3632"/>
                    </a:lnTo>
                    <a:lnTo>
                      <a:pt x="1894" y="3477"/>
                    </a:lnTo>
                    <a:cubicBezTo>
                      <a:pt x="2096" y="3310"/>
                      <a:pt x="2239" y="3072"/>
                      <a:pt x="2239" y="2810"/>
                    </a:cubicBezTo>
                    <a:lnTo>
                      <a:pt x="2239" y="2382"/>
                    </a:lnTo>
                    <a:lnTo>
                      <a:pt x="2239" y="2346"/>
                    </a:lnTo>
                    <a:lnTo>
                      <a:pt x="2620" y="2191"/>
                    </a:lnTo>
                    <a:lnTo>
                      <a:pt x="3251" y="2191"/>
                    </a:lnTo>
                    <a:lnTo>
                      <a:pt x="3632" y="2346"/>
                    </a:lnTo>
                    <a:lnTo>
                      <a:pt x="3632" y="2382"/>
                    </a:lnTo>
                    <a:lnTo>
                      <a:pt x="3632" y="2810"/>
                    </a:lnTo>
                    <a:cubicBezTo>
                      <a:pt x="3632" y="3072"/>
                      <a:pt x="3763" y="3334"/>
                      <a:pt x="3977" y="3477"/>
                    </a:cubicBezTo>
                    <a:lnTo>
                      <a:pt x="3977" y="3632"/>
                    </a:lnTo>
                    <a:lnTo>
                      <a:pt x="3549" y="3810"/>
                    </a:lnTo>
                    <a:cubicBezTo>
                      <a:pt x="3287" y="3906"/>
                      <a:pt x="3132" y="4144"/>
                      <a:pt x="3132" y="4429"/>
                    </a:cubicBezTo>
                    <a:lnTo>
                      <a:pt x="3132" y="5441"/>
                    </a:lnTo>
                    <a:cubicBezTo>
                      <a:pt x="3132" y="5537"/>
                      <a:pt x="3203" y="5608"/>
                      <a:pt x="3287" y="5608"/>
                    </a:cubicBezTo>
                    <a:cubicBezTo>
                      <a:pt x="3382" y="5608"/>
                      <a:pt x="3453" y="5537"/>
                      <a:pt x="3453" y="5441"/>
                    </a:cubicBezTo>
                    <a:lnTo>
                      <a:pt x="3453" y="4429"/>
                    </a:lnTo>
                    <a:cubicBezTo>
                      <a:pt x="3453" y="4287"/>
                      <a:pt x="3549" y="4167"/>
                      <a:pt x="3680" y="4108"/>
                    </a:cubicBezTo>
                    <a:lnTo>
                      <a:pt x="4180" y="3906"/>
                    </a:lnTo>
                    <a:lnTo>
                      <a:pt x="4811" y="3906"/>
                    </a:lnTo>
                    <a:lnTo>
                      <a:pt x="5311" y="4108"/>
                    </a:lnTo>
                    <a:cubicBezTo>
                      <a:pt x="5454" y="4167"/>
                      <a:pt x="5537" y="4287"/>
                      <a:pt x="5537" y="4429"/>
                    </a:cubicBezTo>
                    <a:lnTo>
                      <a:pt x="5537" y="5441"/>
                    </a:lnTo>
                    <a:cubicBezTo>
                      <a:pt x="5537" y="5537"/>
                      <a:pt x="5608" y="5608"/>
                      <a:pt x="5704" y="5608"/>
                    </a:cubicBezTo>
                    <a:cubicBezTo>
                      <a:pt x="5787" y="5608"/>
                      <a:pt x="5870" y="5537"/>
                      <a:pt x="5870" y="5441"/>
                    </a:cubicBezTo>
                    <a:lnTo>
                      <a:pt x="5870" y="4429"/>
                    </a:lnTo>
                    <a:cubicBezTo>
                      <a:pt x="5870" y="4144"/>
                      <a:pt x="5704" y="3906"/>
                      <a:pt x="5454" y="3810"/>
                    </a:cubicBezTo>
                    <a:lnTo>
                      <a:pt x="5013" y="3632"/>
                    </a:lnTo>
                    <a:lnTo>
                      <a:pt x="5013" y="3477"/>
                    </a:lnTo>
                    <a:cubicBezTo>
                      <a:pt x="5227" y="3310"/>
                      <a:pt x="5358" y="3072"/>
                      <a:pt x="5358" y="2810"/>
                    </a:cubicBezTo>
                    <a:lnTo>
                      <a:pt x="5358" y="2382"/>
                    </a:lnTo>
                    <a:lnTo>
                      <a:pt x="5358" y="2346"/>
                    </a:lnTo>
                    <a:lnTo>
                      <a:pt x="5751" y="2191"/>
                    </a:lnTo>
                    <a:lnTo>
                      <a:pt x="6370" y="2191"/>
                    </a:lnTo>
                    <a:lnTo>
                      <a:pt x="6763" y="2346"/>
                    </a:lnTo>
                    <a:lnTo>
                      <a:pt x="6763" y="2382"/>
                    </a:lnTo>
                    <a:lnTo>
                      <a:pt x="6763" y="2810"/>
                    </a:lnTo>
                    <a:cubicBezTo>
                      <a:pt x="6763" y="3072"/>
                      <a:pt x="6894" y="3334"/>
                      <a:pt x="7097" y="3477"/>
                    </a:cubicBezTo>
                    <a:lnTo>
                      <a:pt x="7097" y="3632"/>
                    </a:lnTo>
                    <a:lnTo>
                      <a:pt x="6668" y="3810"/>
                    </a:lnTo>
                    <a:cubicBezTo>
                      <a:pt x="6418" y="3906"/>
                      <a:pt x="6251" y="4144"/>
                      <a:pt x="6251" y="4429"/>
                    </a:cubicBezTo>
                    <a:lnTo>
                      <a:pt x="6251" y="5441"/>
                    </a:lnTo>
                    <a:cubicBezTo>
                      <a:pt x="6251" y="5537"/>
                      <a:pt x="6323" y="5608"/>
                      <a:pt x="6418" y="5608"/>
                    </a:cubicBezTo>
                    <a:cubicBezTo>
                      <a:pt x="6501" y="5608"/>
                      <a:pt x="6585" y="5537"/>
                      <a:pt x="6585" y="5441"/>
                    </a:cubicBezTo>
                    <a:lnTo>
                      <a:pt x="6585" y="4429"/>
                    </a:lnTo>
                    <a:cubicBezTo>
                      <a:pt x="6585" y="4287"/>
                      <a:pt x="6668" y="4167"/>
                      <a:pt x="6799" y="4108"/>
                    </a:cubicBezTo>
                    <a:lnTo>
                      <a:pt x="7311" y="3906"/>
                    </a:lnTo>
                    <a:lnTo>
                      <a:pt x="7930" y="3906"/>
                    </a:lnTo>
                    <a:lnTo>
                      <a:pt x="8442" y="4108"/>
                    </a:lnTo>
                    <a:cubicBezTo>
                      <a:pt x="8573" y="4167"/>
                      <a:pt x="8668" y="4287"/>
                      <a:pt x="8668" y="4429"/>
                    </a:cubicBezTo>
                    <a:lnTo>
                      <a:pt x="8668" y="5441"/>
                    </a:lnTo>
                    <a:cubicBezTo>
                      <a:pt x="8668" y="5537"/>
                      <a:pt x="8740" y="5608"/>
                      <a:pt x="8823" y="5608"/>
                    </a:cubicBezTo>
                    <a:cubicBezTo>
                      <a:pt x="8918" y="5608"/>
                      <a:pt x="8990" y="5537"/>
                      <a:pt x="8990" y="5441"/>
                    </a:cubicBezTo>
                    <a:lnTo>
                      <a:pt x="8990" y="4429"/>
                    </a:lnTo>
                    <a:cubicBezTo>
                      <a:pt x="8823" y="4144"/>
                      <a:pt x="8668" y="3906"/>
                      <a:pt x="8406" y="3810"/>
                    </a:cubicBezTo>
                    <a:lnTo>
                      <a:pt x="7978" y="3632"/>
                    </a:lnTo>
                    <a:lnTo>
                      <a:pt x="7978" y="3477"/>
                    </a:lnTo>
                    <a:cubicBezTo>
                      <a:pt x="8192" y="3310"/>
                      <a:pt x="8323" y="3072"/>
                      <a:pt x="8323" y="2810"/>
                    </a:cubicBezTo>
                    <a:lnTo>
                      <a:pt x="8323" y="2382"/>
                    </a:lnTo>
                    <a:cubicBezTo>
                      <a:pt x="8323" y="2191"/>
                      <a:pt x="8252" y="2036"/>
                      <a:pt x="8133" y="1893"/>
                    </a:cubicBezTo>
                    <a:cubicBezTo>
                      <a:pt x="7990" y="1786"/>
                      <a:pt x="7835" y="1703"/>
                      <a:pt x="7656" y="1703"/>
                    </a:cubicBezTo>
                    <a:lnTo>
                      <a:pt x="7311" y="1703"/>
                    </a:lnTo>
                    <a:cubicBezTo>
                      <a:pt x="7073" y="1703"/>
                      <a:pt x="6847" y="1846"/>
                      <a:pt x="6728" y="2036"/>
                    </a:cubicBezTo>
                    <a:lnTo>
                      <a:pt x="6442" y="1917"/>
                    </a:lnTo>
                    <a:lnTo>
                      <a:pt x="6442" y="1762"/>
                    </a:lnTo>
                    <a:cubicBezTo>
                      <a:pt x="6656" y="1608"/>
                      <a:pt x="6787" y="1370"/>
                      <a:pt x="6787" y="1096"/>
                    </a:cubicBezTo>
                    <a:lnTo>
                      <a:pt x="6787" y="667"/>
                    </a:lnTo>
                    <a:cubicBezTo>
                      <a:pt x="6787" y="488"/>
                      <a:pt x="6716" y="322"/>
                      <a:pt x="6597" y="191"/>
                    </a:cubicBezTo>
                    <a:cubicBezTo>
                      <a:pt x="6466" y="72"/>
                      <a:pt x="6299" y="0"/>
                      <a:pt x="6120" y="0"/>
                    </a:cubicBezTo>
                    <a:lnTo>
                      <a:pt x="5775" y="0"/>
                    </a:lnTo>
                    <a:cubicBezTo>
                      <a:pt x="5406" y="0"/>
                      <a:pt x="5108" y="298"/>
                      <a:pt x="5108" y="667"/>
                    </a:cubicBezTo>
                    <a:lnTo>
                      <a:pt x="5108" y="1096"/>
                    </a:lnTo>
                    <a:cubicBezTo>
                      <a:pt x="5108" y="1370"/>
                      <a:pt x="5239" y="1620"/>
                      <a:pt x="5454" y="1762"/>
                    </a:cubicBezTo>
                    <a:lnTo>
                      <a:pt x="5454" y="1917"/>
                    </a:lnTo>
                    <a:lnTo>
                      <a:pt x="5168" y="2036"/>
                    </a:lnTo>
                    <a:cubicBezTo>
                      <a:pt x="5132" y="1989"/>
                      <a:pt x="5108" y="1941"/>
                      <a:pt x="5061" y="1905"/>
                    </a:cubicBezTo>
                    <a:cubicBezTo>
                      <a:pt x="4930" y="1786"/>
                      <a:pt x="4763" y="1703"/>
                      <a:pt x="4584" y="1703"/>
                    </a:cubicBezTo>
                    <a:lnTo>
                      <a:pt x="4239" y="1703"/>
                    </a:lnTo>
                    <a:cubicBezTo>
                      <a:pt x="4001" y="1703"/>
                      <a:pt x="3787" y="1846"/>
                      <a:pt x="3668" y="2036"/>
                    </a:cubicBezTo>
                    <a:lnTo>
                      <a:pt x="3382" y="1917"/>
                    </a:lnTo>
                    <a:lnTo>
                      <a:pt x="3382" y="1762"/>
                    </a:lnTo>
                    <a:cubicBezTo>
                      <a:pt x="3584" y="1608"/>
                      <a:pt x="3727" y="1370"/>
                      <a:pt x="3727" y="1096"/>
                    </a:cubicBezTo>
                    <a:lnTo>
                      <a:pt x="3727" y="667"/>
                    </a:lnTo>
                    <a:cubicBezTo>
                      <a:pt x="3727" y="488"/>
                      <a:pt x="3644" y="322"/>
                      <a:pt x="3525" y="191"/>
                    </a:cubicBezTo>
                    <a:cubicBezTo>
                      <a:pt x="3394" y="72"/>
                      <a:pt x="3227" y="0"/>
                      <a:pt x="30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284;p38">
                <a:extLst>
                  <a:ext uri="{FF2B5EF4-FFF2-40B4-BE49-F238E27FC236}">
                    <a16:creationId xmlns:a16="http://schemas.microsoft.com/office/drawing/2014/main" id="{FF7F4DB0-8C4E-1E2B-E370-5C50BAE268ED}"/>
                  </a:ext>
                </a:extLst>
              </p:cNvPr>
              <p:cNvSpPr/>
              <p:nvPr/>
            </p:nvSpPr>
            <p:spPr>
              <a:xfrm>
                <a:off x="1917740" y="2891510"/>
                <a:ext cx="119394" cy="161474"/>
              </a:xfrm>
              <a:custGeom>
                <a:avLst/>
                <a:gdLst/>
                <a:ahLst/>
                <a:cxnLst/>
                <a:rect l="l" t="t" r="r" b="b"/>
                <a:pathLst>
                  <a:path w="3751" h="5073" extrusionOk="0">
                    <a:moveTo>
                      <a:pt x="2036" y="310"/>
                    </a:moveTo>
                    <a:cubicBezTo>
                      <a:pt x="2227" y="310"/>
                      <a:pt x="2394" y="477"/>
                      <a:pt x="2394" y="668"/>
                    </a:cubicBezTo>
                    <a:lnTo>
                      <a:pt x="2394" y="1013"/>
                    </a:lnTo>
                    <a:cubicBezTo>
                      <a:pt x="2394" y="1299"/>
                      <a:pt x="2156" y="1537"/>
                      <a:pt x="1870" y="1537"/>
                    </a:cubicBezTo>
                    <a:cubicBezTo>
                      <a:pt x="1596" y="1537"/>
                      <a:pt x="1334" y="1299"/>
                      <a:pt x="1334" y="1013"/>
                    </a:cubicBezTo>
                    <a:lnTo>
                      <a:pt x="1334" y="668"/>
                    </a:lnTo>
                    <a:cubicBezTo>
                      <a:pt x="1334" y="477"/>
                      <a:pt x="1501" y="310"/>
                      <a:pt x="1691" y="310"/>
                    </a:cubicBezTo>
                    <a:close/>
                    <a:moveTo>
                      <a:pt x="2036" y="1834"/>
                    </a:moveTo>
                    <a:lnTo>
                      <a:pt x="2036" y="1918"/>
                    </a:lnTo>
                    <a:cubicBezTo>
                      <a:pt x="2048" y="1977"/>
                      <a:pt x="2072" y="2037"/>
                      <a:pt x="2096" y="2084"/>
                    </a:cubicBezTo>
                    <a:lnTo>
                      <a:pt x="1870" y="2311"/>
                    </a:lnTo>
                    <a:lnTo>
                      <a:pt x="1858" y="2311"/>
                    </a:lnTo>
                    <a:lnTo>
                      <a:pt x="1632" y="2084"/>
                    </a:lnTo>
                    <a:cubicBezTo>
                      <a:pt x="1667" y="2037"/>
                      <a:pt x="1679" y="1977"/>
                      <a:pt x="1679" y="1918"/>
                    </a:cubicBezTo>
                    <a:lnTo>
                      <a:pt x="1679" y="1834"/>
                    </a:lnTo>
                    <a:cubicBezTo>
                      <a:pt x="1739" y="1846"/>
                      <a:pt x="1798" y="1846"/>
                      <a:pt x="1858" y="1846"/>
                    </a:cubicBezTo>
                    <a:cubicBezTo>
                      <a:pt x="1917" y="1846"/>
                      <a:pt x="1977" y="1846"/>
                      <a:pt x="2036" y="1834"/>
                    </a:cubicBezTo>
                    <a:close/>
                    <a:moveTo>
                      <a:pt x="2382" y="2275"/>
                    </a:moveTo>
                    <a:lnTo>
                      <a:pt x="2668" y="2406"/>
                    </a:lnTo>
                    <a:cubicBezTo>
                      <a:pt x="2715" y="2442"/>
                      <a:pt x="2763" y="2501"/>
                      <a:pt x="2763" y="2573"/>
                    </a:cubicBezTo>
                    <a:lnTo>
                      <a:pt x="2763" y="2894"/>
                    </a:lnTo>
                    <a:lnTo>
                      <a:pt x="1036" y="2894"/>
                    </a:lnTo>
                    <a:lnTo>
                      <a:pt x="1036" y="2573"/>
                    </a:lnTo>
                    <a:lnTo>
                      <a:pt x="1013" y="2573"/>
                    </a:lnTo>
                    <a:cubicBezTo>
                      <a:pt x="1013" y="2501"/>
                      <a:pt x="1060" y="2442"/>
                      <a:pt x="1120" y="2406"/>
                    </a:cubicBezTo>
                    <a:lnTo>
                      <a:pt x="1394" y="2275"/>
                    </a:lnTo>
                    <a:lnTo>
                      <a:pt x="1655" y="2537"/>
                    </a:lnTo>
                    <a:cubicBezTo>
                      <a:pt x="1703" y="2596"/>
                      <a:pt x="1798" y="2620"/>
                      <a:pt x="1894" y="2620"/>
                    </a:cubicBezTo>
                    <a:cubicBezTo>
                      <a:pt x="1977" y="2620"/>
                      <a:pt x="2048" y="2596"/>
                      <a:pt x="2132" y="2537"/>
                    </a:cubicBezTo>
                    <a:lnTo>
                      <a:pt x="2382" y="2275"/>
                    </a:lnTo>
                    <a:close/>
                    <a:moveTo>
                      <a:pt x="3299" y="3216"/>
                    </a:moveTo>
                    <a:lnTo>
                      <a:pt x="3120" y="3573"/>
                    </a:lnTo>
                    <a:lnTo>
                      <a:pt x="596" y="3573"/>
                    </a:lnTo>
                    <a:lnTo>
                      <a:pt x="417" y="3216"/>
                    </a:lnTo>
                    <a:close/>
                    <a:moveTo>
                      <a:pt x="1691" y="1"/>
                    </a:moveTo>
                    <a:cubicBezTo>
                      <a:pt x="1322" y="1"/>
                      <a:pt x="1024" y="298"/>
                      <a:pt x="1024" y="668"/>
                    </a:cubicBezTo>
                    <a:lnTo>
                      <a:pt x="1024" y="1013"/>
                    </a:lnTo>
                    <a:cubicBezTo>
                      <a:pt x="1024" y="1299"/>
                      <a:pt x="1155" y="1537"/>
                      <a:pt x="1370" y="1680"/>
                    </a:cubicBezTo>
                    <a:lnTo>
                      <a:pt x="1370" y="1918"/>
                    </a:lnTo>
                    <a:lnTo>
                      <a:pt x="1370" y="1942"/>
                    </a:lnTo>
                    <a:lnTo>
                      <a:pt x="965" y="2132"/>
                    </a:lnTo>
                    <a:cubicBezTo>
                      <a:pt x="798" y="2215"/>
                      <a:pt x="679" y="2382"/>
                      <a:pt x="679" y="2573"/>
                    </a:cubicBezTo>
                    <a:lnTo>
                      <a:pt x="679" y="2894"/>
                    </a:lnTo>
                    <a:lnTo>
                      <a:pt x="167" y="2894"/>
                    </a:lnTo>
                    <a:cubicBezTo>
                      <a:pt x="108" y="2894"/>
                      <a:pt x="60" y="2918"/>
                      <a:pt x="24" y="2965"/>
                    </a:cubicBezTo>
                    <a:cubicBezTo>
                      <a:pt x="1" y="3001"/>
                      <a:pt x="1" y="3073"/>
                      <a:pt x="24" y="3108"/>
                    </a:cubicBezTo>
                    <a:lnTo>
                      <a:pt x="370" y="3799"/>
                    </a:lnTo>
                    <a:cubicBezTo>
                      <a:pt x="405" y="3858"/>
                      <a:pt x="465" y="3882"/>
                      <a:pt x="524" y="3882"/>
                    </a:cubicBezTo>
                    <a:lnTo>
                      <a:pt x="703" y="3882"/>
                    </a:lnTo>
                    <a:lnTo>
                      <a:pt x="703" y="4918"/>
                    </a:lnTo>
                    <a:cubicBezTo>
                      <a:pt x="703" y="5001"/>
                      <a:pt x="774" y="5073"/>
                      <a:pt x="858" y="5073"/>
                    </a:cubicBezTo>
                    <a:cubicBezTo>
                      <a:pt x="953" y="5073"/>
                      <a:pt x="1024" y="5001"/>
                      <a:pt x="1024" y="4918"/>
                    </a:cubicBezTo>
                    <a:lnTo>
                      <a:pt x="1024" y="3882"/>
                    </a:lnTo>
                    <a:lnTo>
                      <a:pt x="2751" y="3882"/>
                    </a:lnTo>
                    <a:lnTo>
                      <a:pt x="2751" y="4918"/>
                    </a:lnTo>
                    <a:cubicBezTo>
                      <a:pt x="2751" y="5001"/>
                      <a:pt x="2822" y="5073"/>
                      <a:pt x="2918" y="5073"/>
                    </a:cubicBezTo>
                    <a:cubicBezTo>
                      <a:pt x="3001" y="5073"/>
                      <a:pt x="3084" y="5001"/>
                      <a:pt x="3084" y="4918"/>
                    </a:cubicBezTo>
                    <a:lnTo>
                      <a:pt x="3084" y="3882"/>
                    </a:lnTo>
                    <a:lnTo>
                      <a:pt x="3263" y="3882"/>
                    </a:lnTo>
                    <a:cubicBezTo>
                      <a:pt x="3322" y="3882"/>
                      <a:pt x="3382" y="3858"/>
                      <a:pt x="3406" y="3799"/>
                    </a:cubicBezTo>
                    <a:lnTo>
                      <a:pt x="3751" y="3108"/>
                    </a:lnTo>
                    <a:cubicBezTo>
                      <a:pt x="3739" y="3073"/>
                      <a:pt x="3739" y="3001"/>
                      <a:pt x="3703" y="2965"/>
                    </a:cubicBezTo>
                    <a:cubicBezTo>
                      <a:pt x="3680" y="2918"/>
                      <a:pt x="3632" y="2894"/>
                      <a:pt x="3572" y="2894"/>
                    </a:cubicBezTo>
                    <a:lnTo>
                      <a:pt x="3049" y="2894"/>
                    </a:lnTo>
                    <a:lnTo>
                      <a:pt x="3049" y="2573"/>
                    </a:lnTo>
                    <a:cubicBezTo>
                      <a:pt x="3049" y="2382"/>
                      <a:pt x="2941" y="2215"/>
                      <a:pt x="2763" y="2132"/>
                    </a:cubicBezTo>
                    <a:lnTo>
                      <a:pt x="2370" y="1942"/>
                    </a:lnTo>
                    <a:lnTo>
                      <a:pt x="2370" y="1918"/>
                    </a:lnTo>
                    <a:lnTo>
                      <a:pt x="2370" y="1680"/>
                    </a:lnTo>
                    <a:cubicBezTo>
                      <a:pt x="2572" y="1537"/>
                      <a:pt x="2703" y="1275"/>
                      <a:pt x="2703" y="1013"/>
                    </a:cubicBezTo>
                    <a:lnTo>
                      <a:pt x="2703" y="668"/>
                    </a:lnTo>
                    <a:cubicBezTo>
                      <a:pt x="2703" y="298"/>
                      <a:pt x="2406" y="1"/>
                      <a:pt x="20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285;p38">
                <a:extLst>
                  <a:ext uri="{FF2B5EF4-FFF2-40B4-BE49-F238E27FC236}">
                    <a16:creationId xmlns:a16="http://schemas.microsoft.com/office/drawing/2014/main" id="{A74620BE-9512-14AE-80E3-CCF372A4629E}"/>
                  </a:ext>
                </a:extLst>
              </p:cNvPr>
              <p:cNvSpPr/>
              <p:nvPr/>
            </p:nvSpPr>
            <p:spPr>
              <a:xfrm>
                <a:off x="1960933" y="3027201"/>
                <a:ext cx="32244" cy="10249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322" extrusionOk="0">
                    <a:moveTo>
                      <a:pt x="156" y="0"/>
                    </a:moveTo>
                    <a:cubicBezTo>
                      <a:pt x="72" y="0"/>
                      <a:pt x="1" y="72"/>
                      <a:pt x="1" y="155"/>
                    </a:cubicBezTo>
                    <a:cubicBezTo>
                      <a:pt x="1" y="250"/>
                      <a:pt x="72" y="322"/>
                      <a:pt x="156" y="322"/>
                    </a:cubicBezTo>
                    <a:lnTo>
                      <a:pt x="846" y="322"/>
                    </a:lnTo>
                    <a:cubicBezTo>
                      <a:pt x="930" y="322"/>
                      <a:pt x="1013" y="250"/>
                      <a:pt x="1013" y="155"/>
                    </a:cubicBezTo>
                    <a:cubicBezTo>
                      <a:pt x="1013" y="72"/>
                      <a:pt x="930" y="0"/>
                      <a:pt x="8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286;p38">
              <a:extLst>
                <a:ext uri="{FF2B5EF4-FFF2-40B4-BE49-F238E27FC236}">
                  <a16:creationId xmlns:a16="http://schemas.microsoft.com/office/drawing/2014/main" id="{7ED86482-63CC-B0B9-9B72-305459A18BAC}"/>
                </a:ext>
              </a:extLst>
            </p:cNvPr>
            <p:cNvGrpSpPr/>
            <p:nvPr/>
          </p:nvGrpSpPr>
          <p:grpSpPr>
            <a:xfrm>
              <a:off x="3800086" y="1313740"/>
              <a:ext cx="347934" cy="310024"/>
              <a:chOff x="1327676" y="2910480"/>
              <a:chExt cx="347934" cy="310024"/>
            </a:xfrm>
          </p:grpSpPr>
          <p:sp>
            <p:nvSpPr>
              <p:cNvPr id="102" name="Google Shape;1287;p38">
                <a:extLst>
                  <a:ext uri="{FF2B5EF4-FFF2-40B4-BE49-F238E27FC236}">
                    <a16:creationId xmlns:a16="http://schemas.microsoft.com/office/drawing/2014/main" id="{2AD87BC0-F56F-B445-0E09-E90F912300A7}"/>
                  </a:ext>
                </a:extLst>
              </p:cNvPr>
              <p:cNvSpPr/>
              <p:nvPr/>
            </p:nvSpPr>
            <p:spPr>
              <a:xfrm>
                <a:off x="1367081" y="3067370"/>
                <a:ext cx="43257" cy="15565"/>
              </a:xfrm>
              <a:custGeom>
                <a:avLst/>
                <a:gdLst/>
                <a:ahLst/>
                <a:cxnLst/>
                <a:rect l="l" t="t" r="r" b="b"/>
                <a:pathLst>
                  <a:path w="1359" h="489" extrusionOk="0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22"/>
                      <a:pt x="167" y="322"/>
                    </a:cubicBezTo>
                    <a:cubicBezTo>
                      <a:pt x="346" y="322"/>
                      <a:pt x="870" y="358"/>
                      <a:pt x="1120" y="477"/>
                    </a:cubicBezTo>
                    <a:cubicBezTo>
                      <a:pt x="1144" y="488"/>
                      <a:pt x="1168" y="488"/>
                      <a:pt x="1191" y="488"/>
                    </a:cubicBezTo>
                    <a:cubicBezTo>
                      <a:pt x="1251" y="488"/>
                      <a:pt x="1310" y="465"/>
                      <a:pt x="1346" y="405"/>
                    </a:cubicBezTo>
                    <a:cubicBezTo>
                      <a:pt x="1358" y="322"/>
                      <a:pt x="1334" y="238"/>
                      <a:pt x="1251" y="191"/>
                    </a:cubicBezTo>
                    <a:cubicBezTo>
                      <a:pt x="882" y="12"/>
                      <a:pt x="191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288;p38">
                <a:extLst>
                  <a:ext uri="{FF2B5EF4-FFF2-40B4-BE49-F238E27FC236}">
                    <a16:creationId xmlns:a16="http://schemas.microsoft.com/office/drawing/2014/main" id="{4A702E94-7878-1CD3-6BEB-680A05DF77F3}"/>
                  </a:ext>
                </a:extLst>
              </p:cNvPr>
              <p:cNvSpPr/>
              <p:nvPr/>
            </p:nvSpPr>
            <p:spPr>
              <a:xfrm>
                <a:off x="1350402" y="3170436"/>
                <a:ext cx="10663" cy="48541"/>
              </a:xfrm>
              <a:custGeom>
                <a:avLst/>
                <a:gdLst/>
                <a:ahLst/>
                <a:cxnLst/>
                <a:rect l="l" t="t" r="r" b="b"/>
                <a:pathLst>
                  <a:path w="335" h="1525" extrusionOk="0">
                    <a:moveTo>
                      <a:pt x="168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358"/>
                    </a:lnTo>
                    <a:cubicBezTo>
                      <a:pt x="1" y="1453"/>
                      <a:pt x="84" y="1525"/>
                      <a:pt x="168" y="1525"/>
                    </a:cubicBezTo>
                    <a:cubicBezTo>
                      <a:pt x="263" y="1525"/>
                      <a:pt x="334" y="1453"/>
                      <a:pt x="334" y="1358"/>
                    </a:cubicBezTo>
                    <a:lnTo>
                      <a:pt x="334" y="168"/>
                    </a:lnTo>
                    <a:cubicBezTo>
                      <a:pt x="334" y="84"/>
                      <a:pt x="263" y="1"/>
                      <a:pt x="1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289;p38">
                <a:extLst>
                  <a:ext uri="{FF2B5EF4-FFF2-40B4-BE49-F238E27FC236}">
                    <a16:creationId xmlns:a16="http://schemas.microsoft.com/office/drawing/2014/main" id="{B19DE922-4F4B-899B-CC61-F9E73C47B2CE}"/>
                  </a:ext>
                </a:extLst>
              </p:cNvPr>
              <p:cNvSpPr/>
              <p:nvPr/>
            </p:nvSpPr>
            <p:spPr>
              <a:xfrm>
                <a:off x="1327676" y="3040187"/>
                <a:ext cx="201643" cy="180317"/>
              </a:xfrm>
              <a:custGeom>
                <a:avLst/>
                <a:gdLst/>
                <a:ahLst/>
                <a:cxnLst/>
                <a:rect l="l" t="t" r="r" b="b"/>
                <a:pathLst>
                  <a:path w="6335" h="5665" extrusionOk="0">
                    <a:moveTo>
                      <a:pt x="5894" y="628"/>
                    </a:moveTo>
                    <a:lnTo>
                      <a:pt x="5954" y="866"/>
                    </a:lnTo>
                    <a:cubicBezTo>
                      <a:pt x="5977" y="926"/>
                      <a:pt x="5966" y="997"/>
                      <a:pt x="5918" y="1045"/>
                    </a:cubicBezTo>
                    <a:lnTo>
                      <a:pt x="5823" y="1140"/>
                    </a:lnTo>
                    <a:lnTo>
                      <a:pt x="5596" y="914"/>
                    </a:lnTo>
                    <a:lnTo>
                      <a:pt x="5894" y="628"/>
                    </a:lnTo>
                    <a:close/>
                    <a:moveTo>
                      <a:pt x="2941" y="307"/>
                    </a:moveTo>
                    <a:lnTo>
                      <a:pt x="2941" y="961"/>
                    </a:lnTo>
                    <a:cubicBezTo>
                      <a:pt x="2941" y="1057"/>
                      <a:pt x="2906" y="1164"/>
                      <a:pt x="2870" y="1271"/>
                    </a:cubicBezTo>
                    <a:lnTo>
                      <a:pt x="2787" y="1438"/>
                    </a:lnTo>
                    <a:cubicBezTo>
                      <a:pt x="2775" y="1450"/>
                      <a:pt x="2775" y="1473"/>
                      <a:pt x="2775" y="1509"/>
                    </a:cubicBezTo>
                    <a:lnTo>
                      <a:pt x="2775" y="1854"/>
                    </a:lnTo>
                    <a:cubicBezTo>
                      <a:pt x="2775" y="2104"/>
                      <a:pt x="2667" y="2331"/>
                      <a:pt x="2513" y="2485"/>
                    </a:cubicBezTo>
                    <a:cubicBezTo>
                      <a:pt x="2363" y="2635"/>
                      <a:pt x="2165" y="2727"/>
                      <a:pt x="1954" y="2727"/>
                    </a:cubicBezTo>
                    <a:cubicBezTo>
                      <a:pt x="1930" y="2727"/>
                      <a:pt x="1906" y="2726"/>
                      <a:pt x="1882" y="2724"/>
                    </a:cubicBezTo>
                    <a:cubicBezTo>
                      <a:pt x="1417" y="2712"/>
                      <a:pt x="1048" y="2307"/>
                      <a:pt x="1048" y="1819"/>
                    </a:cubicBezTo>
                    <a:lnTo>
                      <a:pt x="1048" y="1521"/>
                    </a:lnTo>
                    <a:cubicBezTo>
                      <a:pt x="1048" y="1497"/>
                      <a:pt x="1048" y="1473"/>
                      <a:pt x="1036" y="1450"/>
                    </a:cubicBezTo>
                    <a:lnTo>
                      <a:pt x="929" y="1259"/>
                    </a:lnTo>
                    <a:cubicBezTo>
                      <a:pt x="905" y="1176"/>
                      <a:pt x="870" y="1104"/>
                      <a:pt x="870" y="1021"/>
                    </a:cubicBezTo>
                    <a:lnTo>
                      <a:pt x="870" y="997"/>
                    </a:lnTo>
                    <a:cubicBezTo>
                      <a:pt x="870" y="616"/>
                      <a:pt x="1179" y="307"/>
                      <a:pt x="1572" y="307"/>
                    </a:cubicBezTo>
                    <a:close/>
                    <a:moveTo>
                      <a:pt x="2275" y="2986"/>
                    </a:moveTo>
                    <a:cubicBezTo>
                      <a:pt x="2286" y="3045"/>
                      <a:pt x="2298" y="3081"/>
                      <a:pt x="2310" y="3117"/>
                    </a:cubicBezTo>
                    <a:lnTo>
                      <a:pt x="2167" y="3259"/>
                    </a:lnTo>
                    <a:cubicBezTo>
                      <a:pt x="2102" y="3325"/>
                      <a:pt x="2013" y="3358"/>
                      <a:pt x="1923" y="3358"/>
                    </a:cubicBezTo>
                    <a:cubicBezTo>
                      <a:pt x="1834" y="3358"/>
                      <a:pt x="1745" y="3325"/>
                      <a:pt x="1679" y="3259"/>
                    </a:cubicBezTo>
                    <a:lnTo>
                      <a:pt x="1536" y="3128"/>
                    </a:lnTo>
                    <a:cubicBezTo>
                      <a:pt x="1560" y="3081"/>
                      <a:pt x="1572" y="3045"/>
                      <a:pt x="1572" y="2986"/>
                    </a:cubicBezTo>
                    <a:cubicBezTo>
                      <a:pt x="1679" y="3009"/>
                      <a:pt x="1775" y="3045"/>
                      <a:pt x="1882" y="3045"/>
                    </a:cubicBezTo>
                    <a:lnTo>
                      <a:pt x="1917" y="3045"/>
                    </a:lnTo>
                    <a:cubicBezTo>
                      <a:pt x="2036" y="3045"/>
                      <a:pt x="2167" y="3021"/>
                      <a:pt x="2275" y="2986"/>
                    </a:cubicBezTo>
                    <a:close/>
                    <a:moveTo>
                      <a:pt x="6162" y="0"/>
                    </a:moveTo>
                    <a:cubicBezTo>
                      <a:pt x="6120" y="0"/>
                      <a:pt x="6079" y="15"/>
                      <a:pt x="6049" y="45"/>
                    </a:cubicBezTo>
                    <a:lnTo>
                      <a:pt x="2906" y="3021"/>
                    </a:lnTo>
                    <a:cubicBezTo>
                      <a:pt x="2882" y="3057"/>
                      <a:pt x="2834" y="3069"/>
                      <a:pt x="2787" y="3069"/>
                    </a:cubicBezTo>
                    <a:lnTo>
                      <a:pt x="2763" y="3069"/>
                    </a:lnTo>
                    <a:cubicBezTo>
                      <a:pt x="2656" y="3069"/>
                      <a:pt x="2584" y="2997"/>
                      <a:pt x="2584" y="2890"/>
                    </a:cubicBezTo>
                    <a:lnTo>
                      <a:pt x="2584" y="2843"/>
                    </a:lnTo>
                    <a:cubicBezTo>
                      <a:pt x="2644" y="2819"/>
                      <a:pt x="2679" y="2771"/>
                      <a:pt x="2727" y="2724"/>
                    </a:cubicBezTo>
                    <a:cubicBezTo>
                      <a:pt x="2965" y="2497"/>
                      <a:pt x="3084" y="2200"/>
                      <a:pt x="3084" y="1878"/>
                    </a:cubicBezTo>
                    <a:lnTo>
                      <a:pt x="3084" y="1581"/>
                    </a:lnTo>
                    <a:lnTo>
                      <a:pt x="3144" y="1450"/>
                    </a:lnTo>
                    <a:cubicBezTo>
                      <a:pt x="3215" y="1307"/>
                      <a:pt x="3251" y="1152"/>
                      <a:pt x="3251" y="997"/>
                    </a:cubicBezTo>
                    <a:lnTo>
                      <a:pt x="3251" y="176"/>
                    </a:lnTo>
                    <a:cubicBezTo>
                      <a:pt x="3251" y="92"/>
                      <a:pt x="3179" y="21"/>
                      <a:pt x="3084" y="21"/>
                    </a:cubicBezTo>
                    <a:lnTo>
                      <a:pt x="1548" y="21"/>
                    </a:lnTo>
                    <a:cubicBezTo>
                      <a:pt x="1001" y="21"/>
                      <a:pt x="536" y="461"/>
                      <a:pt x="536" y="1033"/>
                    </a:cubicBezTo>
                    <a:lnTo>
                      <a:pt x="536" y="1045"/>
                    </a:lnTo>
                    <a:cubicBezTo>
                      <a:pt x="536" y="1176"/>
                      <a:pt x="572" y="1295"/>
                      <a:pt x="632" y="1414"/>
                    </a:cubicBezTo>
                    <a:lnTo>
                      <a:pt x="703" y="1581"/>
                    </a:lnTo>
                    <a:lnTo>
                      <a:pt x="703" y="1831"/>
                    </a:lnTo>
                    <a:cubicBezTo>
                      <a:pt x="703" y="2247"/>
                      <a:pt x="917" y="2616"/>
                      <a:pt x="1215" y="2843"/>
                    </a:cubicBezTo>
                    <a:lnTo>
                      <a:pt x="1215" y="2997"/>
                    </a:lnTo>
                    <a:cubicBezTo>
                      <a:pt x="1215" y="3069"/>
                      <a:pt x="1155" y="3140"/>
                      <a:pt x="1072" y="3176"/>
                    </a:cubicBezTo>
                    <a:lnTo>
                      <a:pt x="501" y="3343"/>
                    </a:lnTo>
                    <a:cubicBezTo>
                      <a:pt x="215" y="3414"/>
                      <a:pt x="0" y="3676"/>
                      <a:pt x="0" y="3974"/>
                    </a:cubicBezTo>
                    <a:lnTo>
                      <a:pt x="0" y="5462"/>
                    </a:lnTo>
                    <a:cubicBezTo>
                      <a:pt x="0" y="5557"/>
                      <a:pt x="84" y="5629"/>
                      <a:pt x="167" y="5629"/>
                    </a:cubicBezTo>
                    <a:cubicBezTo>
                      <a:pt x="262" y="5629"/>
                      <a:pt x="334" y="5557"/>
                      <a:pt x="334" y="5462"/>
                    </a:cubicBezTo>
                    <a:lnTo>
                      <a:pt x="334" y="3974"/>
                    </a:lnTo>
                    <a:cubicBezTo>
                      <a:pt x="334" y="3831"/>
                      <a:pt x="441" y="3676"/>
                      <a:pt x="584" y="3640"/>
                    </a:cubicBezTo>
                    <a:lnTo>
                      <a:pt x="1167" y="3474"/>
                    </a:lnTo>
                    <a:cubicBezTo>
                      <a:pt x="1215" y="3450"/>
                      <a:pt x="1251" y="3438"/>
                      <a:pt x="1298" y="3414"/>
                    </a:cubicBezTo>
                    <a:lnTo>
                      <a:pt x="1405" y="3521"/>
                    </a:lnTo>
                    <a:cubicBezTo>
                      <a:pt x="1536" y="3652"/>
                      <a:pt x="1703" y="3712"/>
                      <a:pt x="1882" y="3712"/>
                    </a:cubicBezTo>
                    <a:cubicBezTo>
                      <a:pt x="2060" y="3712"/>
                      <a:pt x="2227" y="3652"/>
                      <a:pt x="2358" y="3521"/>
                    </a:cubicBezTo>
                    <a:lnTo>
                      <a:pt x="2501" y="3367"/>
                    </a:lnTo>
                    <a:cubicBezTo>
                      <a:pt x="2584" y="3402"/>
                      <a:pt x="2656" y="3426"/>
                      <a:pt x="2727" y="3426"/>
                    </a:cubicBezTo>
                    <a:lnTo>
                      <a:pt x="2763" y="3426"/>
                    </a:lnTo>
                    <a:cubicBezTo>
                      <a:pt x="2894" y="3426"/>
                      <a:pt x="3013" y="3378"/>
                      <a:pt x="3096" y="3295"/>
                    </a:cubicBezTo>
                    <a:lnTo>
                      <a:pt x="5334" y="1176"/>
                    </a:lnTo>
                    <a:lnTo>
                      <a:pt x="5561" y="1402"/>
                    </a:lnTo>
                    <a:lnTo>
                      <a:pt x="2965" y="3986"/>
                    </a:lnTo>
                    <a:cubicBezTo>
                      <a:pt x="2798" y="4152"/>
                      <a:pt x="2715" y="4367"/>
                      <a:pt x="2715" y="4581"/>
                    </a:cubicBezTo>
                    <a:lnTo>
                      <a:pt x="2715" y="5498"/>
                    </a:lnTo>
                    <a:cubicBezTo>
                      <a:pt x="2715" y="5581"/>
                      <a:pt x="2787" y="5664"/>
                      <a:pt x="2882" y="5664"/>
                    </a:cubicBezTo>
                    <a:cubicBezTo>
                      <a:pt x="2965" y="5664"/>
                      <a:pt x="3037" y="5581"/>
                      <a:pt x="3037" y="5498"/>
                    </a:cubicBezTo>
                    <a:lnTo>
                      <a:pt x="3037" y="4581"/>
                    </a:lnTo>
                    <a:cubicBezTo>
                      <a:pt x="3037" y="4450"/>
                      <a:pt x="3096" y="4319"/>
                      <a:pt x="3191" y="4212"/>
                    </a:cubicBezTo>
                    <a:lnTo>
                      <a:pt x="6096" y="1307"/>
                    </a:lnTo>
                    <a:cubicBezTo>
                      <a:pt x="6216" y="1200"/>
                      <a:pt x="6275" y="997"/>
                      <a:pt x="6227" y="831"/>
                    </a:cubicBezTo>
                    <a:lnTo>
                      <a:pt x="6168" y="378"/>
                    </a:lnTo>
                    <a:lnTo>
                      <a:pt x="6275" y="271"/>
                    </a:lnTo>
                    <a:cubicBezTo>
                      <a:pt x="6335" y="211"/>
                      <a:pt x="6335" y="104"/>
                      <a:pt x="6275" y="45"/>
                    </a:cubicBezTo>
                    <a:cubicBezTo>
                      <a:pt x="6245" y="15"/>
                      <a:pt x="6204" y="0"/>
                      <a:pt x="61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290;p38">
                <a:extLst>
                  <a:ext uri="{FF2B5EF4-FFF2-40B4-BE49-F238E27FC236}">
                    <a16:creationId xmlns:a16="http://schemas.microsoft.com/office/drawing/2014/main" id="{80B60D8E-701B-42E6-BC05-CC050E4BD1CA}"/>
                  </a:ext>
                </a:extLst>
              </p:cNvPr>
              <p:cNvSpPr/>
              <p:nvPr/>
            </p:nvSpPr>
            <p:spPr>
              <a:xfrm>
                <a:off x="1470179" y="2910480"/>
                <a:ext cx="205431" cy="173601"/>
              </a:xfrm>
              <a:custGeom>
                <a:avLst/>
                <a:gdLst/>
                <a:ahLst/>
                <a:cxnLst/>
                <a:rect l="l" t="t" r="r" b="b"/>
                <a:pathLst>
                  <a:path w="6454" h="5454" extrusionOk="0">
                    <a:moveTo>
                      <a:pt x="500" y="0"/>
                    </a:moveTo>
                    <a:cubicBezTo>
                      <a:pt x="215" y="0"/>
                      <a:pt x="0" y="226"/>
                      <a:pt x="0" y="512"/>
                    </a:cubicBezTo>
                    <a:lnTo>
                      <a:pt x="0" y="4822"/>
                    </a:lnTo>
                    <a:cubicBezTo>
                      <a:pt x="0" y="4917"/>
                      <a:pt x="72" y="4989"/>
                      <a:pt x="155" y="4989"/>
                    </a:cubicBezTo>
                    <a:cubicBezTo>
                      <a:pt x="250" y="4989"/>
                      <a:pt x="322" y="4917"/>
                      <a:pt x="322" y="4822"/>
                    </a:cubicBezTo>
                    <a:lnTo>
                      <a:pt x="322" y="512"/>
                    </a:lnTo>
                    <a:cubicBezTo>
                      <a:pt x="322" y="405"/>
                      <a:pt x="393" y="322"/>
                      <a:pt x="500" y="322"/>
                    </a:cubicBezTo>
                    <a:lnTo>
                      <a:pt x="5953" y="322"/>
                    </a:lnTo>
                    <a:cubicBezTo>
                      <a:pt x="6049" y="322"/>
                      <a:pt x="6132" y="405"/>
                      <a:pt x="6132" y="512"/>
                    </a:cubicBezTo>
                    <a:lnTo>
                      <a:pt x="6132" y="4941"/>
                    </a:lnTo>
                    <a:cubicBezTo>
                      <a:pt x="6132" y="5048"/>
                      <a:pt x="6049" y="5120"/>
                      <a:pt x="5953" y="5120"/>
                    </a:cubicBezTo>
                    <a:lnTo>
                      <a:pt x="2298" y="5120"/>
                    </a:lnTo>
                    <a:cubicBezTo>
                      <a:pt x="2215" y="5120"/>
                      <a:pt x="2131" y="5191"/>
                      <a:pt x="2131" y="5287"/>
                    </a:cubicBezTo>
                    <a:cubicBezTo>
                      <a:pt x="2131" y="5370"/>
                      <a:pt x="2215" y="5453"/>
                      <a:pt x="2298" y="5453"/>
                    </a:cubicBezTo>
                    <a:lnTo>
                      <a:pt x="5953" y="5453"/>
                    </a:lnTo>
                    <a:cubicBezTo>
                      <a:pt x="6227" y="5453"/>
                      <a:pt x="6453" y="5227"/>
                      <a:pt x="6453" y="4941"/>
                    </a:cubicBezTo>
                    <a:lnTo>
                      <a:pt x="6453" y="512"/>
                    </a:lnTo>
                    <a:cubicBezTo>
                      <a:pt x="6453" y="226"/>
                      <a:pt x="6215" y="0"/>
                      <a:pt x="59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291;p38">
                <a:extLst>
                  <a:ext uri="{FF2B5EF4-FFF2-40B4-BE49-F238E27FC236}">
                    <a16:creationId xmlns:a16="http://schemas.microsoft.com/office/drawing/2014/main" id="{D9828AA5-4E0F-AB4E-9DB1-A3F05B32E0B2}"/>
                  </a:ext>
                </a:extLst>
              </p:cNvPr>
              <p:cNvSpPr/>
              <p:nvPr/>
            </p:nvSpPr>
            <p:spPr>
              <a:xfrm>
                <a:off x="1497075" y="2942692"/>
                <a:ext cx="152370" cy="96668"/>
              </a:xfrm>
              <a:custGeom>
                <a:avLst/>
                <a:gdLst/>
                <a:ahLst/>
                <a:cxnLst/>
                <a:rect l="l" t="t" r="r" b="b"/>
                <a:pathLst>
                  <a:path w="4787" h="3037" extrusionOk="0">
                    <a:moveTo>
                      <a:pt x="3751" y="0"/>
                    </a:moveTo>
                    <a:cubicBezTo>
                      <a:pt x="3656" y="0"/>
                      <a:pt x="3584" y="72"/>
                      <a:pt x="3584" y="167"/>
                    </a:cubicBezTo>
                    <a:cubicBezTo>
                      <a:pt x="3584" y="250"/>
                      <a:pt x="3656" y="334"/>
                      <a:pt x="3751" y="334"/>
                    </a:cubicBezTo>
                    <a:lnTo>
                      <a:pt x="4215" y="334"/>
                    </a:lnTo>
                    <a:lnTo>
                      <a:pt x="2465" y="2072"/>
                    </a:lnTo>
                    <a:lnTo>
                      <a:pt x="1727" y="1322"/>
                    </a:lnTo>
                    <a:cubicBezTo>
                      <a:pt x="1697" y="1292"/>
                      <a:pt x="1656" y="1277"/>
                      <a:pt x="1614" y="1277"/>
                    </a:cubicBezTo>
                    <a:cubicBezTo>
                      <a:pt x="1572" y="1277"/>
                      <a:pt x="1531" y="1292"/>
                      <a:pt x="1501" y="1322"/>
                    </a:cubicBezTo>
                    <a:lnTo>
                      <a:pt x="60" y="2774"/>
                    </a:lnTo>
                    <a:cubicBezTo>
                      <a:pt x="1" y="2834"/>
                      <a:pt x="1" y="2929"/>
                      <a:pt x="60" y="2989"/>
                    </a:cubicBezTo>
                    <a:cubicBezTo>
                      <a:pt x="84" y="3024"/>
                      <a:pt x="132" y="3036"/>
                      <a:pt x="179" y="3036"/>
                    </a:cubicBezTo>
                    <a:cubicBezTo>
                      <a:pt x="227" y="3036"/>
                      <a:pt x="251" y="3024"/>
                      <a:pt x="298" y="2989"/>
                    </a:cubicBezTo>
                    <a:lnTo>
                      <a:pt x="1632" y="1655"/>
                    </a:lnTo>
                    <a:lnTo>
                      <a:pt x="2382" y="2393"/>
                    </a:lnTo>
                    <a:cubicBezTo>
                      <a:pt x="2412" y="2423"/>
                      <a:pt x="2453" y="2438"/>
                      <a:pt x="2495" y="2438"/>
                    </a:cubicBezTo>
                    <a:cubicBezTo>
                      <a:pt x="2537" y="2438"/>
                      <a:pt x="2578" y="2423"/>
                      <a:pt x="2608" y="2393"/>
                    </a:cubicBezTo>
                    <a:lnTo>
                      <a:pt x="4465" y="536"/>
                    </a:lnTo>
                    <a:lnTo>
                      <a:pt x="4465" y="1000"/>
                    </a:lnTo>
                    <a:cubicBezTo>
                      <a:pt x="4465" y="1084"/>
                      <a:pt x="4537" y="1167"/>
                      <a:pt x="4632" y="1167"/>
                    </a:cubicBezTo>
                    <a:cubicBezTo>
                      <a:pt x="4715" y="1167"/>
                      <a:pt x="4787" y="1084"/>
                      <a:pt x="4787" y="1000"/>
                    </a:cubicBezTo>
                    <a:lnTo>
                      <a:pt x="4787" y="155"/>
                    </a:lnTo>
                    <a:cubicBezTo>
                      <a:pt x="4751" y="72"/>
                      <a:pt x="4692" y="0"/>
                      <a:pt x="4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292;p38">
              <a:extLst>
                <a:ext uri="{FF2B5EF4-FFF2-40B4-BE49-F238E27FC236}">
                  <a16:creationId xmlns:a16="http://schemas.microsoft.com/office/drawing/2014/main" id="{FB546AD5-884E-CF97-79F8-86D8C8E8BA53}"/>
                </a:ext>
              </a:extLst>
            </p:cNvPr>
            <p:cNvGrpSpPr/>
            <p:nvPr/>
          </p:nvGrpSpPr>
          <p:grpSpPr>
            <a:xfrm>
              <a:off x="5050387" y="1317917"/>
              <a:ext cx="255086" cy="301685"/>
              <a:chOff x="8065100" y="2000174"/>
              <a:chExt cx="255086" cy="301685"/>
            </a:xfrm>
          </p:grpSpPr>
          <p:sp>
            <p:nvSpPr>
              <p:cNvPr id="98" name="Google Shape;1293;p38">
                <a:extLst>
                  <a:ext uri="{FF2B5EF4-FFF2-40B4-BE49-F238E27FC236}">
                    <a16:creationId xmlns:a16="http://schemas.microsoft.com/office/drawing/2014/main" id="{60B7CBF8-F021-50D3-8550-245E7F23E978}"/>
                  </a:ext>
                </a:extLst>
              </p:cNvPr>
              <p:cNvSpPr/>
              <p:nvPr/>
            </p:nvSpPr>
            <p:spPr>
              <a:xfrm>
                <a:off x="8085185" y="2151016"/>
                <a:ext cx="65220" cy="150842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4739" extrusionOk="0">
                    <a:moveTo>
                      <a:pt x="1144" y="274"/>
                    </a:moveTo>
                    <a:cubicBezTo>
                      <a:pt x="1299" y="274"/>
                      <a:pt x="1453" y="405"/>
                      <a:pt x="1453" y="583"/>
                    </a:cubicBezTo>
                    <a:lnTo>
                      <a:pt x="1453" y="881"/>
                    </a:lnTo>
                    <a:cubicBezTo>
                      <a:pt x="1453" y="1155"/>
                      <a:pt x="1251" y="1345"/>
                      <a:pt x="989" y="1345"/>
                    </a:cubicBezTo>
                    <a:cubicBezTo>
                      <a:pt x="739" y="1345"/>
                      <a:pt x="537" y="1131"/>
                      <a:pt x="537" y="881"/>
                    </a:cubicBezTo>
                    <a:lnTo>
                      <a:pt x="537" y="583"/>
                    </a:lnTo>
                    <a:cubicBezTo>
                      <a:pt x="537" y="417"/>
                      <a:pt x="668" y="274"/>
                      <a:pt x="846" y="274"/>
                    </a:cubicBezTo>
                    <a:close/>
                    <a:moveTo>
                      <a:pt x="1144" y="1631"/>
                    </a:moveTo>
                    <a:lnTo>
                      <a:pt x="1144" y="1691"/>
                    </a:lnTo>
                    <a:cubicBezTo>
                      <a:pt x="1144" y="1726"/>
                      <a:pt x="1156" y="1786"/>
                      <a:pt x="1180" y="1834"/>
                    </a:cubicBezTo>
                    <a:lnTo>
                      <a:pt x="989" y="2024"/>
                    </a:lnTo>
                    <a:lnTo>
                      <a:pt x="787" y="1834"/>
                    </a:lnTo>
                    <a:cubicBezTo>
                      <a:pt x="810" y="1786"/>
                      <a:pt x="822" y="1738"/>
                      <a:pt x="822" y="1691"/>
                    </a:cubicBezTo>
                    <a:lnTo>
                      <a:pt x="822" y="1631"/>
                    </a:lnTo>
                    <a:close/>
                    <a:moveTo>
                      <a:pt x="858" y="0"/>
                    </a:moveTo>
                    <a:cubicBezTo>
                      <a:pt x="537" y="0"/>
                      <a:pt x="275" y="274"/>
                      <a:pt x="275" y="583"/>
                    </a:cubicBezTo>
                    <a:lnTo>
                      <a:pt x="275" y="881"/>
                    </a:lnTo>
                    <a:cubicBezTo>
                      <a:pt x="275" y="1119"/>
                      <a:pt x="394" y="1345"/>
                      <a:pt x="572" y="1476"/>
                    </a:cubicBezTo>
                    <a:lnTo>
                      <a:pt x="572" y="1691"/>
                    </a:lnTo>
                    <a:lnTo>
                      <a:pt x="572" y="1703"/>
                    </a:lnTo>
                    <a:lnTo>
                      <a:pt x="239" y="1881"/>
                    </a:lnTo>
                    <a:cubicBezTo>
                      <a:pt x="84" y="1953"/>
                      <a:pt x="1" y="2107"/>
                      <a:pt x="1" y="2262"/>
                    </a:cubicBezTo>
                    <a:lnTo>
                      <a:pt x="1" y="3572"/>
                    </a:lnTo>
                    <a:cubicBezTo>
                      <a:pt x="1" y="3691"/>
                      <a:pt x="25" y="3798"/>
                      <a:pt x="96" y="3905"/>
                    </a:cubicBezTo>
                    <a:lnTo>
                      <a:pt x="251" y="4132"/>
                    </a:lnTo>
                    <a:cubicBezTo>
                      <a:pt x="275" y="4167"/>
                      <a:pt x="298" y="4227"/>
                      <a:pt x="298" y="4286"/>
                    </a:cubicBezTo>
                    <a:lnTo>
                      <a:pt x="298" y="4608"/>
                    </a:lnTo>
                    <a:cubicBezTo>
                      <a:pt x="298" y="4679"/>
                      <a:pt x="358" y="4739"/>
                      <a:pt x="429" y="4739"/>
                    </a:cubicBezTo>
                    <a:cubicBezTo>
                      <a:pt x="501" y="4739"/>
                      <a:pt x="560" y="4679"/>
                      <a:pt x="560" y="4608"/>
                    </a:cubicBezTo>
                    <a:lnTo>
                      <a:pt x="560" y="4286"/>
                    </a:lnTo>
                    <a:cubicBezTo>
                      <a:pt x="560" y="4167"/>
                      <a:pt x="537" y="4072"/>
                      <a:pt x="453" y="3965"/>
                    </a:cubicBezTo>
                    <a:lnTo>
                      <a:pt x="310" y="3739"/>
                    </a:lnTo>
                    <a:cubicBezTo>
                      <a:pt x="275" y="3691"/>
                      <a:pt x="263" y="3631"/>
                      <a:pt x="263" y="3572"/>
                    </a:cubicBezTo>
                    <a:lnTo>
                      <a:pt x="263" y="2262"/>
                    </a:lnTo>
                    <a:cubicBezTo>
                      <a:pt x="263" y="2203"/>
                      <a:pt x="298" y="2143"/>
                      <a:pt x="358" y="2119"/>
                    </a:cubicBezTo>
                    <a:lnTo>
                      <a:pt x="596" y="2000"/>
                    </a:lnTo>
                    <a:lnTo>
                      <a:pt x="810" y="2227"/>
                    </a:lnTo>
                    <a:cubicBezTo>
                      <a:pt x="870" y="2286"/>
                      <a:pt x="953" y="2310"/>
                      <a:pt x="1025" y="2310"/>
                    </a:cubicBezTo>
                    <a:cubicBezTo>
                      <a:pt x="1096" y="2310"/>
                      <a:pt x="1168" y="2286"/>
                      <a:pt x="1227" y="2227"/>
                    </a:cubicBezTo>
                    <a:lnTo>
                      <a:pt x="1453" y="2000"/>
                    </a:lnTo>
                    <a:lnTo>
                      <a:pt x="1692" y="2119"/>
                    </a:lnTo>
                    <a:cubicBezTo>
                      <a:pt x="1751" y="2143"/>
                      <a:pt x="1787" y="2191"/>
                      <a:pt x="1787" y="2262"/>
                    </a:cubicBezTo>
                    <a:lnTo>
                      <a:pt x="1787" y="3572"/>
                    </a:lnTo>
                    <a:cubicBezTo>
                      <a:pt x="1787" y="3631"/>
                      <a:pt x="1763" y="3691"/>
                      <a:pt x="1739" y="3739"/>
                    </a:cubicBezTo>
                    <a:lnTo>
                      <a:pt x="1584" y="3965"/>
                    </a:lnTo>
                    <a:cubicBezTo>
                      <a:pt x="1525" y="4048"/>
                      <a:pt x="1489" y="4167"/>
                      <a:pt x="1489" y="4286"/>
                    </a:cubicBezTo>
                    <a:lnTo>
                      <a:pt x="1489" y="4608"/>
                    </a:lnTo>
                    <a:cubicBezTo>
                      <a:pt x="1489" y="4679"/>
                      <a:pt x="1549" y="4739"/>
                      <a:pt x="1620" y="4739"/>
                    </a:cubicBezTo>
                    <a:cubicBezTo>
                      <a:pt x="1692" y="4739"/>
                      <a:pt x="1751" y="4679"/>
                      <a:pt x="1751" y="4608"/>
                    </a:cubicBezTo>
                    <a:lnTo>
                      <a:pt x="1751" y="4286"/>
                    </a:lnTo>
                    <a:cubicBezTo>
                      <a:pt x="1751" y="4227"/>
                      <a:pt x="1763" y="4167"/>
                      <a:pt x="1799" y="4132"/>
                    </a:cubicBezTo>
                    <a:lnTo>
                      <a:pt x="1942" y="3905"/>
                    </a:lnTo>
                    <a:cubicBezTo>
                      <a:pt x="2001" y="3810"/>
                      <a:pt x="2049" y="3691"/>
                      <a:pt x="2049" y="3572"/>
                    </a:cubicBezTo>
                    <a:lnTo>
                      <a:pt x="2049" y="2262"/>
                    </a:lnTo>
                    <a:cubicBezTo>
                      <a:pt x="2025" y="2107"/>
                      <a:pt x="1930" y="1953"/>
                      <a:pt x="1787" y="1881"/>
                    </a:cubicBezTo>
                    <a:lnTo>
                      <a:pt x="1441" y="1703"/>
                    </a:lnTo>
                    <a:lnTo>
                      <a:pt x="1441" y="1691"/>
                    </a:lnTo>
                    <a:lnTo>
                      <a:pt x="1441" y="1476"/>
                    </a:lnTo>
                    <a:cubicBezTo>
                      <a:pt x="1620" y="1345"/>
                      <a:pt x="1739" y="1131"/>
                      <a:pt x="1739" y="881"/>
                    </a:cubicBezTo>
                    <a:lnTo>
                      <a:pt x="1739" y="583"/>
                    </a:lnTo>
                    <a:cubicBezTo>
                      <a:pt x="1739" y="262"/>
                      <a:pt x="1465" y="0"/>
                      <a:pt x="11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1294;p38">
                <a:extLst>
                  <a:ext uri="{FF2B5EF4-FFF2-40B4-BE49-F238E27FC236}">
                    <a16:creationId xmlns:a16="http://schemas.microsoft.com/office/drawing/2014/main" id="{D0F7A2C8-819C-76A4-1837-3DBA0342E75F}"/>
                  </a:ext>
                </a:extLst>
              </p:cNvPr>
              <p:cNvSpPr/>
              <p:nvPr/>
            </p:nvSpPr>
            <p:spPr>
              <a:xfrm>
                <a:off x="8161004" y="2151016"/>
                <a:ext cx="65188" cy="150842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4739" extrusionOk="0">
                    <a:moveTo>
                      <a:pt x="1143" y="274"/>
                    </a:moveTo>
                    <a:cubicBezTo>
                      <a:pt x="1298" y="274"/>
                      <a:pt x="1453" y="405"/>
                      <a:pt x="1453" y="583"/>
                    </a:cubicBezTo>
                    <a:lnTo>
                      <a:pt x="1453" y="881"/>
                    </a:lnTo>
                    <a:cubicBezTo>
                      <a:pt x="1441" y="1155"/>
                      <a:pt x="1250" y="1345"/>
                      <a:pt x="988" y="1345"/>
                    </a:cubicBezTo>
                    <a:cubicBezTo>
                      <a:pt x="738" y="1345"/>
                      <a:pt x="536" y="1131"/>
                      <a:pt x="536" y="881"/>
                    </a:cubicBezTo>
                    <a:lnTo>
                      <a:pt x="536" y="583"/>
                    </a:lnTo>
                    <a:cubicBezTo>
                      <a:pt x="536" y="417"/>
                      <a:pt x="667" y="274"/>
                      <a:pt x="845" y="274"/>
                    </a:cubicBezTo>
                    <a:close/>
                    <a:moveTo>
                      <a:pt x="1143" y="1631"/>
                    </a:moveTo>
                    <a:lnTo>
                      <a:pt x="1143" y="1691"/>
                    </a:lnTo>
                    <a:cubicBezTo>
                      <a:pt x="1143" y="1726"/>
                      <a:pt x="1155" y="1786"/>
                      <a:pt x="1179" y="1834"/>
                    </a:cubicBezTo>
                    <a:lnTo>
                      <a:pt x="988" y="2024"/>
                    </a:lnTo>
                    <a:lnTo>
                      <a:pt x="786" y="1834"/>
                    </a:lnTo>
                    <a:cubicBezTo>
                      <a:pt x="810" y="1786"/>
                      <a:pt x="822" y="1738"/>
                      <a:pt x="822" y="1691"/>
                    </a:cubicBezTo>
                    <a:lnTo>
                      <a:pt x="822" y="1631"/>
                    </a:lnTo>
                    <a:close/>
                    <a:moveTo>
                      <a:pt x="857" y="0"/>
                    </a:moveTo>
                    <a:cubicBezTo>
                      <a:pt x="536" y="0"/>
                      <a:pt x="274" y="274"/>
                      <a:pt x="274" y="583"/>
                    </a:cubicBezTo>
                    <a:lnTo>
                      <a:pt x="274" y="881"/>
                    </a:lnTo>
                    <a:cubicBezTo>
                      <a:pt x="274" y="1119"/>
                      <a:pt x="393" y="1345"/>
                      <a:pt x="572" y="1476"/>
                    </a:cubicBezTo>
                    <a:lnTo>
                      <a:pt x="572" y="1691"/>
                    </a:lnTo>
                    <a:lnTo>
                      <a:pt x="572" y="1703"/>
                    </a:lnTo>
                    <a:lnTo>
                      <a:pt x="238" y="1881"/>
                    </a:lnTo>
                    <a:cubicBezTo>
                      <a:pt x="83" y="1953"/>
                      <a:pt x="0" y="2107"/>
                      <a:pt x="0" y="2262"/>
                    </a:cubicBezTo>
                    <a:lnTo>
                      <a:pt x="0" y="3572"/>
                    </a:lnTo>
                    <a:cubicBezTo>
                      <a:pt x="0" y="3691"/>
                      <a:pt x="24" y="3798"/>
                      <a:pt x="95" y="3905"/>
                    </a:cubicBezTo>
                    <a:lnTo>
                      <a:pt x="250" y="4132"/>
                    </a:lnTo>
                    <a:cubicBezTo>
                      <a:pt x="274" y="4167"/>
                      <a:pt x="298" y="4227"/>
                      <a:pt x="298" y="4286"/>
                    </a:cubicBezTo>
                    <a:lnTo>
                      <a:pt x="298" y="4608"/>
                    </a:lnTo>
                    <a:cubicBezTo>
                      <a:pt x="298" y="4679"/>
                      <a:pt x="357" y="4739"/>
                      <a:pt x="429" y="4739"/>
                    </a:cubicBezTo>
                    <a:cubicBezTo>
                      <a:pt x="500" y="4739"/>
                      <a:pt x="560" y="4679"/>
                      <a:pt x="560" y="4608"/>
                    </a:cubicBezTo>
                    <a:lnTo>
                      <a:pt x="560" y="4286"/>
                    </a:lnTo>
                    <a:cubicBezTo>
                      <a:pt x="560" y="4167"/>
                      <a:pt x="536" y="4072"/>
                      <a:pt x="453" y="3965"/>
                    </a:cubicBezTo>
                    <a:lnTo>
                      <a:pt x="310" y="3739"/>
                    </a:lnTo>
                    <a:cubicBezTo>
                      <a:pt x="274" y="3691"/>
                      <a:pt x="262" y="3631"/>
                      <a:pt x="262" y="3572"/>
                    </a:cubicBezTo>
                    <a:lnTo>
                      <a:pt x="262" y="2262"/>
                    </a:lnTo>
                    <a:cubicBezTo>
                      <a:pt x="262" y="2203"/>
                      <a:pt x="298" y="2143"/>
                      <a:pt x="357" y="2119"/>
                    </a:cubicBezTo>
                    <a:lnTo>
                      <a:pt x="595" y="2000"/>
                    </a:lnTo>
                    <a:lnTo>
                      <a:pt x="810" y="2227"/>
                    </a:lnTo>
                    <a:cubicBezTo>
                      <a:pt x="869" y="2286"/>
                      <a:pt x="953" y="2310"/>
                      <a:pt x="1024" y="2310"/>
                    </a:cubicBezTo>
                    <a:cubicBezTo>
                      <a:pt x="1095" y="2310"/>
                      <a:pt x="1167" y="2286"/>
                      <a:pt x="1226" y="2227"/>
                    </a:cubicBezTo>
                    <a:lnTo>
                      <a:pt x="1453" y="2000"/>
                    </a:lnTo>
                    <a:lnTo>
                      <a:pt x="1691" y="2119"/>
                    </a:lnTo>
                    <a:cubicBezTo>
                      <a:pt x="1750" y="2143"/>
                      <a:pt x="1786" y="2191"/>
                      <a:pt x="1786" y="2262"/>
                    </a:cubicBezTo>
                    <a:lnTo>
                      <a:pt x="1786" y="3572"/>
                    </a:lnTo>
                    <a:cubicBezTo>
                      <a:pt x="1786" y="3631"/>
                      <a:pt x="1762" y="3691"/>
                      <a:pt x="1738" y="3739"/>
                    </a:cubicBezTo>
                    <a:lnTo>
                      <a:pt x="1584" y="3965"/>
                    </a:lnTo>
                    <a:cubicBezTo>
                      <a:pt x="1524" y="4048"/>
                      <a:pt x="1488" y="4167"/>
                      <a:pt x="1488" y="4286"/>
                    </a:cubicBezTo>
                    <a:lnTo>
                      <a:pt x="1488" y="4608"/>
                    </a:lnTo>
                    <a:cubicBezTo>
                      <a:pt x="1488" y="4679"/>
                      <a:pt x="1548" y="4739"/>
                      <a:pt x="1619" y="4739"/>
                    </a:cubicBezTo>
                    <a:cubicBezTo>
                      <a:pt x="1691" y="4739"/>
                      <a:pt x="1750" y="4679"/>
                      <a:pt x="1750" y="4608"/>
                    </a:cubicBezTo>
                    <a:lnTo>
                      <a:pt x="1750" y="4286"/>
                    </a:lnTo>
                    <a:cubicBezTo>
                      <a:pt x="1750" y="4227"/>
                      <a:pt x="1762" y="4167"/>
                      <a:pt x="1798" y="4132"/>
                    </a:cubicBezTo>
                    <a:lnTo>
                      <a:pt x="1941" y="3905"/>
                    </a:lnTo>
                    <a:cubicBezTo>
                      <a:pt x="2000" y="3810"/>
                      <a:pt x="2048" y="3691"/>
                      <a:pt x="2048" y="3572"/>
                    </a:cubicBezTo>
                    <a:lnTo>
                      <a:pt x="2048" y="2262"/>
                    </a:lnTo>
                    <a:cubicBezTo>
                      <a:pt x="2024" y="2107"/>
                      <a:pt x="1929" y="1953"/>
                      <a:pt x="1786" y="1881"/>
                    </a:cubicBezTo>
                    <a:lnTo>
                      <a:pt x="1441" y="1703"/>
                    </a:lnTo>
                    <a:lnTo>
                      <a:pt x="1441" y="1691"/>
                    </a:lnTo>
                    <a:lnTo>
                      <a:pt x="1441" y="1476"/>
                    </a:lnTo>
                    <a:cubicBezTo>
                      <a:pt x="1619" y="1345"/>
                      <a:pt x="1738" y="1131"/>
                      <a:pt x="1738" y="881"/>
                    </a:cubicBezTo>
                    <a:lnTo>
                      <a:pt x="1738" y="583"/>
                    </a:lnTo>
                    <a:cubicBezTo>
                      <a:pt x="1738" y="262"/>
                      <a:pt x="1465" y="0"/>
                      <a:pt x="11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295;p38">
                <a:extLst>
                  <a:ext uri="{FF2B5EF4-FFF2-40B4-BE49-F238E27FC236}">
                    <a16:creationId xmlns:a16="http://schemas.microsoft.com/office/drawing/2014/main" id="{2CE2DDC6-7873-85A9-6A69-DBC2337C85BC}"/>
                  </a:ext>
                </a:extLst>
              </p:cNvPr>
              <p:cNvSpPr/>
              <p:nvPr/>
            </p:nvSpPr>
            <p:spPr>
              <a:xfrm>
                <a:off x="8236791" y="2151016"/>
                <a:ext cx="65220" cy="150842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4739" extrusionOk="0">
                    <a:moveTo>
                      <a:pt x="1143" y="274"/>
                    </a:moveTo>
                    <a:cubicBezTo>
                      <a:pt x="1298" y="274"/>
                      <a:pt x="1453" y="405"/>
                      <a:pt x="1453" y="583"/>
                    </a:cubicBezTo>
                    <a:lnTo>
                      <a:pt x="1453" y="881"/>
                    </a:lnTo>
                    <a:cubicBezTo>
                      <a:pt x="1441" y="1155"/>
                      <a:pt x="1250" y="1345"/>
                      <a:pt x="989" y="1345"/>
                    </a:cubicBezTo>
                    <a:cubicBezTo>
                      <a:pt x="739" y="1345"/>
                      <a:pt x="536" y="1131"/>
                      <a:pt x="536" y="881"/>
                    </a:cubicBezTo>
                    <a:lnTo>
                      <a:pt x="536" y="583"/>
                    </a:lnTo>
                    <a:cubicBezTo>
                      <a:pt x="536" y="417"/>
                      <a:pt x="667" y="274"/>
                      <a:pt x="846" y="274"/>
                    </a:cubicBezTo>
                    <a:close/>
                    <a:moveTo>
                      <a:pt x="1143" y="1631"/>
                    </a:moveTo>
                    <a:lnTo>
                      <a:pt x="1143" y="1691"/>
                    </a:lnTo>
                    <a:cubicBezTo>
                      <a:pt x="1143" y="1726"/>
                      <a:pt x="1155" y="1786"/>
                      <a:pt x="1179" y="1834"/>
                    </a:cubicBezTo>
                    <a:lnTo>
                      <a:pt x="989" y="2024"/>
                    </a:lnTo>
                    <a:lnTo>
                      <a:pt x="786" y="1834"/>
                    </a:lnTo>
                    <a:cubicBezTo>
                      <a:pt x="810" y="1786"/>
                      <a:pt x="822" y="1738"/>
                      <a:pt x="822" y="1691"/>
                    </a:cubicBezTo>
                    <a:lnTo>
                      <a:pt x="822" y="1631"/>
                    </a:lnTo>
                    <a:close/>
                    <a:moveTo>
                      <a:pt x="858" y="0"/>
                    </a:moveTo>
                    <a:cubicBezTo>
                      <a:pt x="536" y="0"/>
                      <a:pt x="274" y="274"/>
                      <a:pt x="274" y="583"/>
                    </a:cubicBezTo>
                    <a:lnTo>
                      <a:pt x="274" y="881"/>
                    </a:lnTo>
                    <a:cubicBezTo>
                      <a:pt x="274" y="1119"/>
                      <a:pt x="393" y="1345"/>
                      <a:pt x="572" y="1476"/>
                    </a:cubicBezTo>
                    <a:lnTo>
                      <a:pt x="572" y="1691"/>
                    </a:lnTo>
                    <a:lnTo>
                      <a:pt x="572" y="1703"/>
                    </a:lnTo>
                    <a:lnTo>
                      <a:pt x="238" y="1881"/>
                    </a:lnTo>
                    <a:cubicBezTo>
                      <a:pt x="84" y="1953"/>
                      <a:pt x="0" y="2107"/>
                      <a:pt x="0" y="2262"/>
                    </a:cubicBezTo>
                    <a:lnTo>
                      <a:pt x="0" y="3572"/>
                    </a:lnTo>
                    <a:cubicBezTo>
                      <a:pt x="0" y="3691"/>
                      <a:pt x="24" y="3798"/>
                      <a:pt x="96" y="3905"/>
                    </a:cubicBezTo>
                    <a:lnTo>
                      <a:pt x="250" y="4132"/>
                    </a:lnTo>
                    <a:cubicBezTo>
                      <a:pt x="274" y="4167"/>
                      <a:pt x="298" y="4227"/>
                      <a:pt x="298" y="4286"/>
                    </a:cubicBezTo>
                    <a:lnTo>
                      <a:pt x="298" y="4608"/>
                    </a:lnTo>
                    <a:cubicBezTo>
                      <a:pt x="298" y="4679"/>
                      <a:pt x="358" y="4739"/>
                      <a:pt x="429" y="4739"/>
                    </a:cubicBezTo>
                    <a:cubicBezTo>
                      <a:pt x="500" y="4739"/>
                      <a:pt x="560" y="4679"/>
                      <a:pt x="560" y="4608"/>
                    </a:cubicBezTo>
                    <a:lnTo>
                      <a:pt x="560" y="4286"/>
                    </a:lnTo>
                    <a:cubicBezTo>
                      <a:pt x="560" y="4167"/>
                      <a:pt x="536" y="4072"/>
                      <a:pt x="453" y="3965"/>
                    </a:cubicBezTo>
                    <a:lnTo>
                      <a:pt x="310" y="3739"/>
                    </a:lnTo>
                    <a:cubicBezTo>
                      <a:pt x="274" y="3691"/>
                      <a:pt x="262" y="3631"/>
                      <a:pt x="262" y="3572"/>
                    </a:cubicBezTo>
                    <a:lnTo>
                      <a:pt x="262" y="2262"/>
                    </a:lnTo>
                    <a:cubicBezTo>
                      <a:pt x="262" y="2203"/>
                      <a:pt x="298" y="2143"/>
                      <a:pt x="358" y="2119"/>
                    </a:cubicBezTo>
                    <a:lnTo>
                      <a:pt x="596" y="2000"/>
                    </a:lnTo>
                    <a:lnTo>
                      <a:pt x="810" y="2227"/>
                    </a:lnTo>
                    <a:cubicBezTo>
                      <a:pt x="869" y="2286"/>
                      <a:pt x="953" y="2310"/>
                      <a:pt x="1024" y="2310"/>
                    </a:cubicBezTo>
                    <a:cubicBezTo>
                      <a:pt x="1096" y="2310"/>
                      <a:pt x="1167" y="2286"/>
                      <a:pt x="1227" y="2227"/>
                    </a:cubicBezTo>
                    <a:lnTo>
                      <a:pt x="1453" y="2000"/>
                    </a:lnTo>
                    <a:lnTo>
                      <a:pt x="1691" y="2119"/>
                    </a:lnTo>
                    <a:cubicBezTo>
                      <a:pt x="1751" y="2143"/>
                      <a:pt x="1786" y="2191"/>
                      <a:pt x="1786" y="2262"/>
                    </a:cubicBezTo>
                    <a:lnTo>
                      <a:pt x="1786" y="3572"/>
                    </a:lnTo>
                    <a:cubicBezTo>
                      <a:pt x="1786" y="3631"/>
                      <a:pt x="1762" y="3691"/>
                      <a:pt x="1739" y="3739"/>
                    </a:cubicBezTo>
                    <a:lnTo>
                      <a:pt x="1584" y="3965"/>
                    </a:lnTo>
                    <a:cubicBezTo>
                      <a:pt x="1524" y="4048"/>
                      <a:pt x="1489" y="4167"/>
                      <a:pt x="1489" y="4286"/>
                    </a:cubicBezTo>
                    <a:lnTo>
                      <a:pt x="1489" y="4608"/>
                    </a:lnTo>
                    <a:cubicBezTo>
                      <a:pt x="1489" y="4679"/>
                      <a:pt x="1548" y="4739"/>
                      <a:pt x="1620" y="4739"/>
                    </a:cubicBezTo>
                    <a:cubicBezTo>
                      <a:pt x="1691" y="4739"/>
                      <a:pt x="1751" y="4679"/>
                      <a:pt x="1751" y="4608"/>
                    </a:cubicBezTo>
                    <a:lnTo>
                      <a:pt x="1751" y="4286"/>
                    </a:lnTo>
                    <a:cubicBezTo>
                      <a:pt x="1751" y="4227"/>
                      <a:pt x="1762" y="4167"/>
                      <a:pt x="1798" y="4132"/>
                    </a:cubicBezTo>
                    <a:lnTo>
                      <a:pt x="1941" y="3905"/>
                    </a:lnTo>
                    <a:cubicBezTo>
                      <a:pt x="2001" y="3810"/>
                      <a:pt x="2048" y="3691"/>
                      <a:pt x="2048" y="3572"/>
                    </a:cubicBezTo>
                    <a:lnTo>
                      <a:pt x="2048" y="2262"/>
                    </a:lnTo>
                    <a:cubicBezTo>
                      <a:pt x="2024" y="2107"/>
                      <a:pt x="1929" y="1953"/>
                      <a:pt x="1786" y="1881"/>
                    </a:cubicBezTo>
                    <a:lnTo>
                      <a:pt x="1441" y="1703"/>
                    </a:lnTo>
                    <a:lnTo>
                      <a:pt x="1441" y="1691"/>
                    </a:lnTo>
                    <a:lnTo>
                      <a:pt x="1441" y="1476"/>
                    </a:lnTo>
                    <a:cubicBezTo>
                      <a:pt x="1620" y="1345"/>
                      <a:pt x="1739" y="1131"/>
                      <a:pt x="1739" y="881"/>
                    </a:cubicBezTo>
                    <a:lnTo>
                      <a:pt x="1739" y="583"/>
                    </a:lnTo>
                    <a:cubicBezTo>
                      <a:pt x="1739" y="262"/>
                      <a:pt x="1465" y="0"/>
                      <a:pt x="11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296;p38">
                <a:extLst>
                  <a:ext uri="{FF2B5EF4-FFF2-40B4-BE49-F238E27FC236}">
                    <a16:creationId xmlns:a16="http://schemas.microsoft.com/office/drawing/2014/main" id="{65AE4E39-1FE9-1B7B-31B6-1859E581EBFD}"/>
                  </a:ext>
                </a:extLst>
              </p:cNvPr>
              <p:cNvSpPr/>
              <p:nvPr/>
            </p:nvSpPr>
            <p:spPr>
              <a:xfrm>
                <a:off x="8065100" y="2000174"/>
                <a:ext cx="255086" cy="178916"/>
              </a:xfrm>
              <a:custGeom>
                <a:avLst/>
                <a:gdLst/>
                <a:ahLst/>
                <a:cxnLst/>
                <a:rect l="l" t="t" r="r" b="b"/>
                <a:pathLst>
                  <a:path w="8014" h="5621" extrusionOk="0">
                    <a:moveTo>
                      <a:pt x="2680" y="512"/>
                    </a:moveTo>
                    <a:lnTo>
                      <a:pt x="2680" y="512"/>
                    </a:lnTo>
                    <a:cubicBezTo>
                      <a:pt x="2477" y="691"/>
                      <a:pt x="2275" y="917"/>
                      <a:pt x="2096" y="1191"/>
                    </a:cubicBezTo>
                    <a:cubicBezTo>
                      <a:pt x="1977" y="1370"/>
                      <a:pt x="1882" y="1572"/>
                      <a:pt x="1787" y="1786"/>
                    </a:cubicBezTo>
                    <a:lnTo>
                      <a:pt x="1013" y="1786"/>
                    </a:lnTo>
                    <a:cubicBezTo>
                      <a:pt x="1430" y="1215"/>
                      <a:pt x="2013" y="774"/>
                      <a:pt x="2680" y="512"/>
                    </a:cubicBezTo>
                    <a:close/>
                    <a:moveTo>
                      <a:pt x="3870" y="274"/>
                    </a:moveTo>
                    <a:lnTo>
                      <a:pt x="3870" y="1786"/>
                    </a:lnTo>
                    <a:lnTo>
                      <a:pt x="2096" y="1786"/>
                    </a:lnTo>
                    <a:cubicBezTo>
                      <a:pt x="2513" y="917"/>
                      <a:pt x="3156" y="346"/>
                      <a:pt x="3870" y="274"/>
                    </a:cubicBezTo>
                    <a:close/>
                    <a:moveTo>
                      <a:pt x="4144" y="274"/>
                    </a:moveTo>
                    <a:cubicBezTo>
                      <a:pt x="4870" y="334"/>
                      <a:pt x="5513" y="917"/>
                      <a:pt x="5906" y="1786"/>
                    </a:cubicBezTo>
                    <a:lnTo>
                      <a:pt x="4144" y="1786"/>
                    </a:lnTo>
                    <a:lnTo>
                      <a:pt x="4144" y="274"/>
                    </a:lnTo>
                    <a:close/>
                    <a:moveTo>
                      <a:pt x="5335" y="512"/>
                    </a:moveTo>
                    <a:lnTo>
                      <a:pt x="5335" y="512"/>
                    </a:lnTo>
                    <a:cubicBezTo>
                      <a:pt x="6002" y="774"/>
                      <a:pt x="6561" y="1215"/>
                      <a:pt x="7002" y="1786"/>
                    </a:cubicBezTo>
                    <a:lnTo>
                      <a:pt x="6228" y="1786"/>
                    </a:lnTo>
                    <a:cubicBezTo>
                      <a:pt x="6133" y="1572"/>
                      <a:pt x="6025" y="1382"/>
                      <a:pt x="5906" y="1191"/>
                    </a:cubicBezTo>
                    <a:cubicBezTo>
                      <a:pt x="5728" y="917"/>
                      <a:pt x="5537" y="691"/>
                      <a:pt x="5335" y="512"/>
                    </a:cubicBezTo>
                    <a:close/>
                    <a:moveTo>
                      <a:pt x="1680" y="2048"/>
                    </a:moveTo>
                    <a:cubicBezTo>
                      <a:pt x="1465" y="2596"/>
                      <a:pt x="1358" y="3215"/>
                      <a:pt x="1346" y="3846"/>
                    </a:cubicBezTo>
                    <a:lnTo>
                      <a:pt x="287" y="3846"/>
                    </a:lnTo>
                    <a:cubicBezTo>
                      <a:pt x="310" y="3191"/>
                      <a:pt x="513" y="2572"/>
                      <a:pt x="834" y="2048"/>
                    </a:cubicBezTo>
                    <a:close/>
                    <a:moveTo>
                      <a:pt x="3870" y="2048"/>
                    </a:moveTo>
                    <a:lnTo>
                      <a:pt x="3870" y="3846"/>
                    </a:lnTo>
                    <a:lnTo>
                      <a:pt x="1620" y="3846"/>
                    </a:lnTo>
                    <a:cubicBezTo>
                      <a:pt x="1644" y="3191"/>
                      <a:pt x="1763" y="2572"/>
                      <a:pt x="1965" y="2048"/>
                    </a:cubicBezTo>
                    <a:close/>
                    <a:moveTo>
                      <a:pt x="6049" y="2048"/>
                    </a:moveTo>
                    <a:cubicBezTo>
                      <a:pt x="6252" y="2584"/>
                      <a:pt x="6371" y="3191"/>
                      <a:pt x="6383" y="3846"/>
                    </a:cubicBezTo>
                    <a:lnTo>
                      <a:pt x="4144" y="3846"/>
                    </a:lnTo>
                    <a:lnTo>
                      <a:pt x="4144" y="2048"/>
                    </a:lnTo>
                    <a:close/>
                    <a:moveTo>
                      <a:pt x="7192" y="2048"/>
                    </a:moveTo>
                    <a:cubicBezTo>
                      <a:pt x="7514" y="2584"/>
                      <a:pt x="7716" y="3191"/>
                      <a:pt x="7740" y="3846"/>
                    </a:cubicBezTo>
                    <a:lnTo>
                      <a:pt x="6668" y="3846"/>
                    </a:lnTo>
                    <a:cubicBezTo>
                      <a:pt x="6656" y="3215"/>
                      <a:pt x="6537" y="2596"/>
                      <a:pt x="6347" y="2048"/>
                    </a:cubicBezTo>
                    <a:close/>
                    <a:moveTo>
                      <a:pt x="4001" y="0"/>
                    </a:moveTo>
                    <a:cubicBezTo>
                      <a:pt x="2930" y="0"/>
                      <a:pt x="1930" y="417"/>
                      <a:pt x="1180" y="1167"/>
                    </a:cubicBezTo>
                    <a:cubicBezTo>
                      <a:pt x="418" y="1929"/>
                      <a:pt x="1" y="2929"/>
                      <a:pt x="1" y="4001"/>
                    </a:cubicBezTo>
                    <a:cubicBezTo>
                      <a:pt x="1" y="4537"/>
                      <a:pt x="108" y="5061"/>
                      <a:pt x="310" y="5537"/>
                    </a:cubicBezTo>
                    <a:cubicBezTo>
                      <a:pt x="337" y="5590"/>
                      <a:pt x="384" y="5617"/>
                      <a:pt x="436" y="5617"/>
                    </a:cubicBezTo>
                    <a:cubicBezTo>
                      <a:pt x="453" y="5617"/>
                      <a:pt x="471" y="5614"/>
                      <a:pt x="489" y="5608"/>
                    </a:cubicBezTo>
                    <a:cubicBezTo>
                      <a:pt x="560" y="5573"/>
                      <a:pt x="596" y="5501"/>
                      <a:pt x="560" y="5430"/>
                    </a:cubicBezTo>
                    <a:cubicBezTo>
                      <a:pt x="382" y="5013"/>
                      <a:pt x="298" y="4584"/>
                      <a:pt x="287" y="4132"/>
                    </a:cubicBezTo>
                    <a:lnTo>
                      <a:pt x="1334" y="4132"/>
                    </a:lnTo>
                    <a:lnTo>
                      <a:pt x="1334" y="4299"/>
                    </a:lnTo>
                    <a:cubicBezTo>
                      <a:pt x="1334" y="4370"/>
                      <a:pt x="1418" y="4430"/>
                      <a:pt x="1489" y="4430"/>
                    </a:cubicBezTo>
                    <a:cubicBezTo>
                      <a:pt x="1561" y="4430"/>
                      <a:pt x="1620" y="4358"/>
                      <a:pt x="1620" y="4287"/>
                    </a:cubicBezTo>
                    <a:lnTo>
                      <a:pt x="1620" y="4132"/>
                    </a:lnTo>
                    <a:lnTo>
                      <a:pt x="3870" y="4132"/>
                    </a:lnTo>
                    <a:lnTo>
                      <a:pt x="3870" y="4299"/>
                    </a:lnTo>
                    <a:cubicBezTo>
                      <a:pt x="3870" y="4370"/>
                      <a:pt x="3930" y="4430"/>
                      <a:pt x="4001" y="4430"/>
                    </a:cubicBezTo>
                    <a:cubicBezTo>
                      <a:pt x="4073" y="4430"/>
                      <a:pt x="4132" y="4370"/>
                      <a:pt x="4132" y="4299"/>
                    </a:cubicBezTo>
                    <a:lnTo>
                      <a:pt x="4132" y="4132"/>
                    </a:lnTo>
                    <a:lnTo>
                      <a:pt x="6383" y="4132"/>
                    </a:lnTo>
                    <a:lnTo>
                      <a:pt x="6383" y="4287"/>
                    </a:lnTo>
                    <a:cubicBezTo>
                      <a:pt x="6383" y="4358"/>
                      <a:pt x="6442" y="4430"/>
                      <a:pt x="6514" y="4430"/>
                    </a:cubicBezTo>
                    <a:cubicBezTo>
                      <a:pt x="6597" y="4430"/>
                      <a:pt x="6656" y="4370"/>
                      <a:pt x="6656" y="4299"/>
                    </a:cubicBezTo>
                    <a:lnTo>
                      <a:pt x="6656" y="4132"/>
                    </a:lnTo>
                    <a:lnTo>
                      <a:pt x="7704" y="4132"/>
                    </a:lnTo>
                    <a:cubicBezTo>
                      <a:pt x="7692" y="4584"/>
                      <a:pt x="7609" y="5013"/>
                      <a:pt x="7430" y="5430"/>
                    </a:cubicBezTo>
                    <a:cubicBezTo>
                      <a:pt x="7395" y="5501"/>
                      <a:pt x="7430" y="5573"/>
                      <a:pt x="7502" y="5608"/>
                    </a:cubicBezTo>
                    <a:cubicBezTo>
                      <a:pt x="7514" y="5608"/>
                      <a:pt x="7526" y="5620"/>
                      <a:pt x="7561" y="5620"/>
                    </a:cubicBezTo>
                    <a:cubicBezTo>
                      <a:pt x="7621" y="5620"/>
                      <a:pt x="7668" y="5596"/>
                      <a:pt x="7692" y="5537"/>
                    </a:cubicBezTo>
                    <a:cubicBezTo>
                      <a:pt x="7907" y="5037"/>
                      <a:pt x="8002" y="4525"/>
                      <a:pt x="8002" y="4001"/>
                    </a:cubicBezTo>
                    <a:cubicBezTo>
                      <a:pt x="8014" y="2929"/>
                      <a:pt x="7597" y="1917"/>
                      <a:pt x="6835" y="1167"/>
                    </a:cubicBezTo>
                    <a:cubicBezTo>
                      <a:pt x="6073" y="417"/>
                      <a:pt x="5073" y="0"/>
                      <a:pt x="40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1297;p38">
              <a:extLst>
                <a:ext uri="{FF2B5EF4-FFF2-40B4-BE49-F238E27FC236}">
                  <a16:creationId xmlns:a16="http://schemas.microsoft.com/office/drawing/2014/main" id="{0E8F2C46-0957-8F81-45D2-488EB1EBD946}"/>
                </a:ext>
              </a:extLst>
            </p:cNvPr>
            <p:cNvGrpSpPr/>
            <p:nvPr/>
          </p:nvGrpSpPr>
          <p:grpSpPr>
            <a:xfrm>
              <a:off x="3405498" y="2537025"/>
              <a:ext cx="341472" cy="335074"/>
              <a:chOff x="1329585" y="1989925"/>
              <a:chExt cx="341472" cy="335074"/>
            </a:xfrm>
          </p:grpSpPr>
          <p:sp>
            <p:nvSpPr>
              <p:cNvPr id="31" name="Google Shape;1298;p38">
                <a:extLst>
                  <a:ext uri="{FF2B5EF4-FFF2-40B4-BE49-F238E27FC236}">
                    <a16:creationId xmlns:a16="http://schemas.microsoft.com/office/drawing/2014/main" id="{1B9CA216-CE72-6D02-FEFE-D75C111C9C63}"/>
                  </a:ext>
                </a:extLst>
              </p:cNvPr>
              <p:cNvSpPr/>
              <p:nvPr/>
            </p:nvSpPr>
            <p:spPr>
              <a:xfrm>
                <a:off x="1562263" y="2097956"/>
                <a:ext cx="108795" cy="226661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7121" extrusionOk="0">
                    <a:moveTo>
                      <a:pt x="1155" y="345"/>
                    </a:moveTo>
                    <a:cubicBezTo>
                      <a:pt x="1215" y="345"/>
                      <a:pt x="1274" y="405"/>
                      <a:pt x="1274" y="465"/>
                    </a:cubicBezTo>
                    <a:lnTo>
                      <a:pt x="1274" y="536"/>
                    </a:lnTo>
                    <a:lnTo>
                      <a:pt x="1274" y="1107"/>
                    </a:lnTo>
                    <a:cubicBezTo>
                      <a:pt x="1274" y="1191"/>
                      <a:pt x="1346" y="1274"/>
                      <a:pt x="1429" y="1274"/>
                    </a:cubicBezTo>
                    <a:cubicBezTo>
                      <a:pt x="1524" y="1274"/>
                      <a:pt x="1596" y="1191"/>
                      <a:pt x="1596" y="1107"/>
                    </a:cubicBezTo>
                    <a:lnTo>
                      <a:pt x="1596" y="584"/>
                    </a:lnTo>
                    <a:cubicBezTo>
                      <a:pt x="1608" y="536"/>
                      <a:pt x="1655" y="524"/>
                      <a:pt x="1703" y="524"/>
                    </a:cubicBezTo>
                    <a:lnTo>
                      <a:pt x="1715" y="524"/>
                    </a:lnTo>
                    <a:cubicBezTo>
                      <a:pt x="1774" y="524"/>
                      <a:pt x="1834" y="584"/>
                      <a:pt x="1834" y="643"/>
                    </a:cubicBezTo>
                    <a:lnTo>
                      <a:pt x="1834" y="679"/>
                    </a:lnTo>
                    <a:lnTo>
                      <a:pt x="1834" y="1131"/>
                    </a:lnTo>
                    <a:cubicBezTo>
                      <a:pt x="1834" y="1227"/>
                      <a:pt x="1905" y="1298"/>
                      <a:pt x="2001" y="1298"/>
                    </a:cubicBezTo>
                    <a:cubicBezTo>
                      <a:pt x="2084" y="1298"/>
                      <a:pt x="2167" y="1227"/>
                      <a:pt x="2167" y="1131"/>
                    </a:cubicBezTo>
                    <a:lnTo>
                      <a:pt x="2167" y="715"/>
                    </a:lnTo>
                    <a:cubicBezTo>
                      <a:pt x="2179" y="679"/>
                      <a:pt x="2227" y="655"/>
                      <a:pt x="2263" y="655"/>
                    </a:cubicBezTo>
                    <a:lnTo>
                      <a:pt x="2286" y="655"/>
                    </a:lnTo>
                    <a:cubicBezTo>
                      <a:pt x="2346" y="655"/>
                      <a:pt x="2406" y="715"/>
                      <a:pt x="2406" y="774"/>
                    </a:cubicBezTo>
                    <a:lnTo>
                      <a:pt x="2406" y="893"/>
                    </a:lnTo>
                    <a:lnTo>
                      <a:pt x="2406" y="1238"/>
                    </a:lnTo>
                    <a:cubicBezTo>
                      <a:pt x="2406" y="1334"/>
                      <a:pt x="2477" y="1405"/>
                      <a:pt x="2560" y="1405"/>
                    </a:cubicBezTo>
                    <a:cubicBezTo>
                      <a:pt x="2656" y="1405"/>
                      <a:pt x="2727" y="1334"/>
                      <a:pt x="2727" y="1238"/>
                    </a:cubicBezTo>
                    <a:lnTo>
                      <a:pt x="2727" y="893"/>
                    </a:lnTo>
                    <a:cubicBezTo>
                      <a:pt x="2727" y="834"/>
                      <a:pt x="2787" y="774"/>
                      <a:pt x="2846" y="774"/>
                    </a:cubicBezTo>
                    <a:lnTo>
                      <a:pt x="2858" y="774"/>
                    </a:lnTo>
                    <a:cubicBezTo>
                      <a:pt x="2917" y="774"/>
                      <a:pt x="2977" y="834"/>
                      <a:pt x="2977" y="893"/>
                    </a:cubicBezTo>
                    <a:lnTo>
                      <a:pt x="2977" y="1691"/>
                    </a:lnTo>
                    <a:lnTo>
                      <a:pt x="2977" y="1703"/>
                    </a:lnTo>
                    <a:cubicBezTo>
                      <a:pt x="3001" y="1893"/>
                      <a:pt x="2977" y="2477"/>
                      <a:pt x="2679" y="2727"/>
                    </a:cubicBezTo>
                    <a:cubicBezTo>
                      <a:pt x="2644" y="2762"/>
                      <a:pt x="2620" y="2798"/>
                      <a:pt x="2620" y="2858"/>
                    </a:cubicBezTo>
                    <a:lnTo>
                      <a:pt x="2620" y="3393"/>
                    </a:lnTo>
                    <a:lnTo>
                      <a:pt x="1012" y="3393"/>
                    </a:lnTo>
                    <a:lnTo>
                      <a:pt x="1012" y="3024"/>
                    </a:lnTo>
                    <a:cubicBezTo>
                      <a:pt x="1012" y="2965"/>
                      <a:pt x="989" y="2917"/>
                      <a:pt x="941" y="2893"/>
                    </a:cubicBezTo>
                    <a:cubicBezTo>
                      <a:pt x="989" y="2846"/>
                      <a:pt x="417" y="2417"/>
                      <a:pt x="393" y="1953"/>
                    </a:cubicBezTo>
                    <a:cubicBezTo>
                      <a:pt x="381" y="1691"/>
                      <a:pt x="358" y="1358"/>
                      <a:pt x="465" y="1274"/>
                    </a:cubicBezTo>
                    <a:cubicBezTo>
                      <a:pt x="501" y="1247"/>
                      <a:pt x="550" y="1234"/>
                      <a:pt x="617" y="1234"/>
                    </a:cubicBezTo>
                    <a:cubicBezTo>
                      <a:pt x="640" y="1234"/>
                      <a:pt x="664" y="1235"/>
                      <a:pt x="691" y="1238"/>
                    </a:cubicBezTo>
                    <a:lnTo>
                      <a:pt x="691" y="1465"/>
                    </a:lnTo>
                    <a:cubicBezTo>
                      <a:pt x="691" y="1548"/>
                      <a:pt x="762" y="1631"/>
                      <a:pt x="858" y="1631"/>
                    </a:cubicBezTo>
                    <a:cubicBezTo>
                      <a:pt x="941" y="1631"/>
                      <a:pt x="1012" y="1548"/>
                      <a:pt x="1012" y="1465"/>
                    </a:cubicBezTo>
                    <a:lnTo>
                      <a:pt x="1012" y="465"/>
                    </a:lnTo>
                    <a:cubicBezTo>
                      <a:pt x="1012" y="405"/>
                      <a:pt x="1072" y="345"/>
                      <a:pt x="1132" y="345"/>
                    </a:cubicBezTo>
                    <a:close/>
                    <a:moveTo>
                      <a:pt x="2941" y="3691"/>
                    </a:moveTo>
                    <a:lnTo>
                      <a:pt x="2941" y="4215"/>
                    </a:lnTo>
                    <a:lnTo>
                      <a:pt x="810" y="4215"/>
                    </a:lnTo>
                    <a:lnTo>
                      <a:pt x="810" y="3691"/>
                    </a:lnTo>
                    <a:close/>
                    <a:moveTo>
                      <a:pt x="2941" y="4548"/>
                    </a:moveTo>
                    <a:lnTo>
                      <a:pt x="2941" y="6787"/>
                    </a:lnTo>
                    <a:lnTo>
                      <a:pt x="810" y="6787"/>
                    </a:lnTo>
                    <a:lnTo>
                      <a:pt x="810" y="4548"/>
                    </a:lnTo>
                    <a:close/>
                    <a:moveTo>
                      <a:pt x="1132" y="0"/>
                    </a:moveTo>
                    <a:cubicBezTo>
                      <a:pt x="882" y="0"/>
                      <a:pt x="667" y="215"/>
                      <a:pt x="667" y="465"/>
                    </a:cubicBezTo>
                    <a:lnTo>
                      <a:pt x="667" y="893"/>
                    </a:lnTo>
                    <a:cubicBezTo>
                      <a:pt x="645" y="892"/>
                      <a:pt x="623" y="891"/>
                      <a:pt x="602" y="891"/>
                    </a:cubicBezTo>
                    <a:cubicBezTo>
                      <a:pt x="453" y="891"/>
                      <a:pt x="332" y="927"/>
                      <a:pt x="239" y="1000"/>
                    </a:cubicBezTo>
                    <a:cubicBezTo>
                      <a:pt x="0" y="1191"/>
                      <a:pt x="36" y="1584"/>
                      <a:pt x="48" y="1965"/>
                    </a:cubicBezTo>
                    <a:cubicBezTo>
                      <a:pt x="72" y="2489"/>
                      <a:pt x="536" y="2905"/>
                      <a:pt x="715" y="3060"/>
                    </a:cubicBezTo>
                    <a:lnTo>
                      <a:pt x="715" y="3334"/>
                    </a:lnTo>
                    <a:lnTo>
                      <a:pt x="631" y="3334"/>
                    </a:lnTo>
                    <a:cubicBezTo>
                      <a:pt x="536" y="3334"/>
                      <a:pt x="465" y="3405"/>
                      <a:pt x="465" y="3501"/>
                    </a:cubicBezTo>
                    <a:lnTo>
                      <a:pt x="465" y="4370"/>
                    </a:lnTo>
                    <a:lnTo>
                      <a:pt x="465" y="6953"/>
                    </a:lnTo>
                    <a:cubicBezTo>
                      <a:pt x="465" y="7049"/>
                      <a:pt x="536" y="7120"/>
                      <a:pt x="631" y="7120"/>
                    </a:cubicBezTo>
                    <a:lnTo>
                      <a:pt x="3096" y="7120"/>
                    </a:lnTo>
                    <a:cubicBezTo>
                      <a:pt x="3191" y="7120"/>
                      <a:pt x="3263" y="7049"/>
                      <a:pt x="3263" y="6953"/>
                    </a:cubicBezTo>
                    <a:lnTo>
                      <a:pt x="3263" y="4370"/>
                    </a:lnTo>
                    <a:lnTo>
                      <a:pt x="3263" y="3501"/>
                    </a:lnTo>
                    <a:cubicBezTo>
                      <a:pt x="3263" y="3429"/>
                      <a:pt x="3191" y="3358"/>
                      <a:pt x="3096" y="3358"/>
                    </a:cubicBezTo>
                    <a:lnTo>
                      <a:pt x="3001" y="3358"/>
                    </a:lnTo>
                    <a:lnTo>
                      <a:pt x="3001" y="2893"/>
                    </a:lnTo>
                    <a:cubicBezTo>
                      <a:pt x="3418" y="2477"/>
                      <a:pt x="3370" y="1727"/>
                      <a:pt x="3358" y="1643"/>
                    </a:cubicBezTo>
                    <a:lnTo>
                      <a:pt x="3358" y="869"/>
                    </a:lnTo>
                    <a:cubicBezTo>
                      <a:pt x="3358" y="619"/>
                      <a:pt x="3144" y="405"/>
                      <a:pt x="2894" y="405"/>
                    </a:cubicBezTo>
                    <a:lnTo>
                      <a:pt x="2870" y="405"/>
                    </a:lnTo>
                    <a:cubicBezTo>
                      <a:pt x="2798" y="405"/>
                      <a:pt x="2727" y="417"/>
                      <a:pt x="2656" y="465"/>
                    </a:cubicBezTo>
                    <a:cubicBezTo>
                      <a:pt x="2560" y="357"/>
                      <a:pt x="2441" y="286"/>
                      <a:pt x="2298" y="286"/>
                    </a:cubicBezTo>
                    <a:lnTo>
                      <a:pt x="2275" y="286"/>
                    </a:lnTo>
                    <a:cubicBezTo>
                      <a:pt x="2203" y="286"/>
                      <a:pt x="2132" y="298"/>
                      <a:pt x="2072" y="345"/>
                    </a:cubicBezTo>
                    <a:cubicBezTo>
                      <a:pt x="1977" y="238"/>
                      <a:pt x="1870" y="179"/>
                      <a:pt x="1727" y="179"/>
                    </a:cubicBezTo>
                    <a:lnTo>
                      <a:pt x="1715" y="179"/>
                    </a:lnTo>
                    <a:cubicBezTo>
                      <a:pt x="1655" y="179"/>
                      <a:pt x="1596" y="203"/>
                      <a:pt x="1536" y="215"/>
                    </a:cubicBezTo>
                    <a:cubicBezTo>
                      <a:pt x="1465" y="95"/>
                      <a:pt x="1310" y="0"/>
                      <a:pt x="11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1299;p38">
                <a:extLst>
                  <a:ext uri="{FF2B5EF4-FFF2-40B4-BE49-F238E27FC236}">
                    <a16:creationId xmlns:a16="http://schemas.microsoft.com/office/drawing/2014/main" id="{FDD8594F-0BF5-4BC8-2FD1-1DF9B783253C}"/>
                  </a:ext>
                </a:extLst>
              </p:cNvPr>
              <p:cNvSpPr/>
              <p:nvPr/>
            </p:nvSpPr>
            <p:spPr>
              <a:xfrm>
                <a:off x="1406137" y="1989925"/>
                <a:ext cx="198587" cy="335074"/>
              </a:xfrm>
              <a:custGeom>
                <a:avLst/>
                <a:gdLst/>
                <a:ahLst/>
                <a:cxnLst/>
                <a:rect l="l" t="t" r="r" b="b"/>
                <a:pathLst>
                  <a:path w="6239" h="10527" extrusionOk="0">
                    <a:moveTo>
                      <a:pt x="643" y="346"/>
                    </a:moveTo>
                    <a:lnTo>
                      <a:pt x="1060" y="382"/>
                    </a:lnTo>
                    <a:lnTo>
                      <a:pt x="941" y="644"/>
                    </a:lnTo>
                    <a:lnTo>
                      <a:pt x="643" y="346"/>
                    </a:lnTo>
                    <a:close/>
                    <a:moveTo>
                      <a:pt x="1393" y="453"/>
                    </a:moveTo>
                    <a:lnTo>
                      <a:pt x="2465" y="894"/>
                    </a:lnTo>
                    <a:lnTo>
                      <a:pt x="2346" y="1334"/>
                    </a:lnTo>
                    <a:lnTo>
                      <a:pt x="1203" y="858"/>
                    </a:lnTo>
                    <a:lnTo>
                      <a:pt x="1393" y="453"/>
                    </a:lnTo>
                    <a:close/>
                    <a:moveTo>
                      <a:pt x="4965" y="1942"/>
                    </a:moveTo>
                    <a:lnTo>
                      <a:pt x="5346" y="2108"/>
                    </a:lnTo>
                    <a:lnTo>
                      <a:pt x="5144" y="2525"/>
                    </a:lnTo>
                    <a:lnTo>
                      <a:pt x="4834" y="2382"/>
                    </a:lnTo>
                    <a:cubicBezTo>
                      <a:pt x="4846" y="2370"/>
                      <a:pt x="4846" y="2370"/>
                      <a:pt x="4846" y="2358"/>
                    </a:cubicBezTo>
                    <a:lnTo>
                      <a:pt x="4965" y="1942"/>
                    </a:lnTo>
                    <a:close/>
                    <a:moveTo>
                      <a:pt x="5656" y="2239"/>
                    </a:moveTo>
                    <a:lnTo>
                      <a:pt x="5834" y="2311"/>
                    </a:lnTo>
                    <a:cubicBezTo>
                      <a:pt x="5858" y="2323"/>
                      <a:pt x="5882" y="2346"/>
                      <a:pt x="5894" y="2370"/>
                    </a:cubicBezTo>
                    <a:cubicBezTo>
                      <a:pt x="5906" y="2406"/>
                      <a:pt x="5906" y="2430"/>
                      <a:pt x="5894" y="2442"/>
                    </a:cubicBezTo>
                    <a:lnTo>
                      <a:pt x="5798" y="2668"/>
                    </a:lnTo>
                    <a:cubicBezTo>
                      <a:pt x="5787" y="2704"/>
                      <a:pt x="5775" y="2716"/>
                      <a:pt x="5739" y="2727"/>
                    </a:cubicBezTo>
                    <a:cubicBezTo>
                      <a:pt x="5727" y="2733"/>
                      <a:pt x="5712" y="2736"/>
                      <a:pt x="5699" y="2736"/>
                    </a:cubicBezTo>
                    <a:cubicBezTo>
                      <a:pt x="5685" y="2736"/>
                      <a:pt x="5673" y="2733"/>
                      <a:pt x="5667" y="2727"/>
                    </a:cubicBezTo>
                    <a:lnTo>
                      <a:pt x="5477" y="2632"/>
                    </a:lnTo>
                    <a:lnTo>
                      <a:pt x="5656" y="2239"/>
                    </a:lnTo>
                    <a:close/>
                    <a:moveTo>
                      <a:pt x="3060" y="453"/>
                    </a:moveTo>
                    <a:cubicBezTo>
                      <a:pt x="3096" y="453"/>
                      <a:pt x="3120" y="477"/>
                      <a:pt x="3143" y="513"/>
                    </a:cubicBezTo>
                    <a:cubicBezTo>
                      <a:pt x="3155" y="537"/>
                      <a:pt x="3155" y="572"/>
                      <a:pt x="3155" y="596"/>
                    </a:cubicBezTo>
                    <a:lnTo>
                      <a:pt x="3143" y="668"/>
                    </a:lnTo>
                    <a:lnTo>
                      <a:pt x="2941" y="1358"/>
                    </a:lnTo>
                    <a:cubicBezTo>
                      <a:pt x="2917" y="1453"/>
                      <a:pt x="2977" y="1537"/>
                      <a:pt x="3060" y="1561"/>
                    </a:cubicBezTo>
                    <a:lnTo>
                      <a:pt x="3108" y="1561"/>
                    </a:lnTo>
                    <a:cubicBezTo>
                      <a:pt x="3179" y="1561"/>
                      <a:pt x="3239" y="1525"/>
                      <a:pt x="3274" y="1442"/>
                    </a:cubicBezTo>
                    <a:lnTo>
                      <a:pt x="3465" y="799"/>
                    </a:lnTo>
                    <a:cubicBezTo>
                      <a:pt x="3501" y="763"/>
                      <a:pt x="3536" y="751"/>
                      <a:pt x="3584" y="751"/>
                    </a:cubicBezTo>
                    <a:lnTo>
                      <a:pt x="3596" y="751"/>
                    </a:lnTo>
                    <a:cubicBezTo>
                      <a:pt x="3631" y="751"/>
                      <a:pt x="3655" y="775"/>
                      <a:pt x="3679" y="811"/>
                    </a:cubicBezTo>
                    <a:cubicBezTo>
                      <a:pt x="3691" y="834"/>
                      <a:pt x="3691" y="870"/>
                      <a:pt x="3691" y="894"/>
                    </a:cubicBezTo>
                    <a:lnTo>
                      <a:pt x="3512" y="1489"/>
                    </a:lnTo>
                    <a:cubicBezTo>
                      <a:pt x="3477" y="1584"/>
                      <a:pt x="3536" y="1668"/>
                      <a:pt x="3631" y="1704"/>
                    </a:cubicBezTo>
                    <a:lnTo>
                      <a:pt x="3679" y="1704"/>
                    </a:lnTo>
                    <a:cubicBezTo>
                      <a:pt x="3751" y="1704"/>
                      <a:pt x="3810" y="1656"/>
                      <a:pt x="3834" y="1584"/>
                    </a:cubicBezTo>
                    <a:lnTo>
                      <a:pt x="4001" y="1025"/>
                    </a:lnTo>
                    <a:cubicBezTo>
                      <a:pt x="4026" y="999"/>
                      <a:pt x="4052" y="980"/>
                      <a:pt x="4082" y="980"/>
                    </a:cubicBezTo>
                    <a:cubicBezTo>
                      <a:pt x="4094" y="980"/>
                      <a:pt x="4106" y="982"/>
                      <a:pt x="4120" y="989"/>
                    </a:cubicBezTo>
                    <a:lnTo>
                      <a:pt x="4132" y="989"/>
                    </a:lnTo>
                    <a:cubicBezTo>
                      <a:pt x="4191" y="1001"/>
                      <a:pt x="4239" y="1061"/>
                      <a:pt x="4227" y="1132"/>
                    </a:cubicBezTo>
                    <a:lnTo>
                      <a:pt x="4191" y="1239"/>
                    </a:lnTo>
                    <a:lnTo>
                      <a:pt x="4048" y="1704"/>
                    </a:lnTo>
                    <a:cubicBezTo>
                      <a:pt x="4012" y="1787"/>
                      <a:pt x="4060" y="1882"/>
                      <a:pt x="4155" y="1906"/>
                    </a:cubicBezTo>
                    <a:cubicBezTo>
                      <a:pt x="4167" y="1906"/>
                      <a:pt x="4179" y="1918"/>
                      <a:pt x="4191" y="1918"/>
                    </a:cubicBezTo>
                    <a:cubicBezTo>
                      <a:pt x="4274" y="1918"/>
                      <a:pt x="4334" y="1882"/>
                      <a:pt x="4358" y="1799"/>
                    </a:cubicBezTo>
                    <a:lnTo>
                      <a:pt x="4513" y="1346"/>
                    </a:lnTo>
                    <a:cubicBezTo>
                      <a:pt x="4523" y="1293"/>
                      <a:pt x="4572" y="1249"/>
                      <a:pt x="4633" y="1249"/>
                    </a:cubicBezTo>
                    <a:cubicBezTo>
                      <a:pt x="4641" y="1249"/>
                      <a:pt x="4648" y="1250"/>
                      <a:pt x="4655" y="1251"/>
                    </a:cubicBezTo>
                    <a:lnTo>
                      <a:pt x="4667" y="1251"/>
                    </a:lnTo>
                    <a:cubicBezTo>
                      <a:pt x="4727" y="1263"/>
                      <a:pt x="4774" y="1323"/>
                      <a:pt x="4763" y="1406"/>
                    </a:cubicBezTo>
                    <a:lnTo>
                      <a:pt x="4513" y="2299"/>
                    </a:lnTo>
                    <a:lnTo>
                      <a:pt x="4513" y="2311"/>
                    </a:lnTo>
                    <a:cubicBezTo>
                      <a:pt x="4524" y="2311"/>
                      <a:pt x="4417" y="3025"/>
                      <a:pt x="3989" y="3239"/>
                    </a:cubicBezTo>
                    <a:cubicBezTo>
                      <a:pt x="3929" y="3263"/>
                      <a:pt x="3893" y="3323"/>
                      <a:pt x="3893" y="3382"/>
                    </a:cubicBezTo>
                    <a:lnTo>
                      <a:pt x="3893" y="3894"/>
                    </a:lnTo>
                    <a:lnTo>
                      <a:pt x="2310" y="3894"/>
                    </a:lnTo>
                    <a:lnTo>
                      <a:pt x="2310" y="3085"/>
                    </a:lnTo>
                    <a:cubicBezTo>
                      <a:pt x="2310" y="3037"/>
                      <a:pt x="2286" y="3013"/>
                      <a:pt x="2262" y="2977"/>
                    </a:cubicBezTo>
                    <a:cubicBezTo>
                      <a:pt x="2262" y="2977"/>
                      <a:pt x="1798" y="2430"/>
                      <a:pt x="1893" y="1965"/>
                    </a:cubicBezTo>
                    <a:cubicBezTo>
                      <a:pt x="1917" y="1823"/>
                      <a:pt x="1941" y="1656"/>
                      <a:pt x="1977" y="1537"/>
                    </a:cubicBezTo>
                    <a:lnTo>
                      <a:pt x="2274" y="1668"/>
                    </a:lnTo>
                    <a:cubicBezTo>
                      <a:pt x="2286" y="1715"/>
                      <a:pt x="2334" y="1763"/>
                      <a:pt x="2393" y="1775"/>
                    </a:cubicBezTo>
                    <a:cubicBezTo>
                      <a:pt x="2412" y="1782"/>
                      <a:pt x="2431" y="1785"/>
                      <a:pt x="2449" y="1785"/>
                    </a:cubicBezTo>
                    <a:cubicBezTo>
                      <a:pt x="2520" y="1785"/>
                      <a:pt x="2579" y="1732"/>
                      <a:pt x="2608" y="1656"/>
                    </a:cubicBezTo>
                    <a:lnTo>
                      <a:pt x="2905" y="537"/>
                    </a:lnTo>
                    <a:cubicBezTo>
                      <a:pt x="2905" y="513"/>
                      <a:pt x="2929" y="477"/>
                      <a:pt x="2953" y="465"/>
                    </a:cubicBezTo>
                    <a:cubicBezTo>
                      <a:pt x="2989" y="453"/>
                      <a:pt x="3012" y="453"/>
                      <a:pt x="3048" y="453"/>
                    </a:cubicBezTo>
                    <a:close/>
                    <a:moveTo>
                      <a:pt x="4132" y="4263"/>
                    </a:moveTo>
                    <a:lnTo>
                      <a:pt x="4132" y="4787"/>
                    </a:lnTo>
                    <a:lnTo>
                      <a:pt x="2012" y="4787"/>
                    </a:lnTo>
                    <a:lnTo>
                      <a:pt x="2012" y="4263"/>
                    </a:lnTo>
                    <a:close/>
                    <a:moveTo>
                      <a:pt x="191" y="1"/>
                    </a:moveTo>
                    <a:cubicBezTo>
                      <a:pt x="119" y="1"/>
                      <a:pt x="60" y="37"/>
                      <a:pt x="24" y="108"/>
                    </a:cubicBezTo>
                    <a:cubicBezTo>
                      <a:pt x="0" y="168"/>
                      <a:pt x="12" y="239"/>
                      <a:pt x="60" y="299"/>
                    </a:cubicBezTo>
                    <a:lnTo>
                      <a:pt x="845" y="1072"/>
                    </a:lnTo>
                    <a:lnTo>
                      <a:pt x="857" y="1084"/>
                    </a:lnTo>
                    <a:lnTo>
                      <a:pt x="869" y="1084"/>
                    </a:lnTo>
                    <a:cubicBezTo>
                      <a:pt x="893" y="1108"/>
                      <a:pt x="917" y="1120"/>
                      <a:pt x="953" y="1120"/>
                    </a:cubicBezTo>
                    <a:lnTo>
                      <a:pt x="1667" y="1418"/>
                    </a:lnTo>
                    <a:cubicBezTo>
                      <a:pt x="1607" y="1561"/>
                      <a:pt x="1572" y="1763"/>
                      <a:pt x="1548" y="1918"/>
                    </a:cubicBezTo>
                    <a:cubicBezTo>
                      <a:pt x="1453" y="2442"/>
                      <a:pt x="1822" y="2989"/>
                      <a:pt x="1941" y="3156"/>
                    </a:cubicBezTo>
                    <a:lnTo>
                      <a:pt x="1941" y="3918"/>
                    </a:lnTo>
                    <a:lnTo>
                      <a:pt x="1810" y="3918"/>
                    </a:lnTo>
                    <a:cubicBezTo>
                      <a:pt x="1726" y="3918"/>
                      <a:pt x="1643" y="3990"/>
                      <a:pt x="1643" y="4085"/>
                    </a:cubicBezTo>
                    <a:lnTo>
                      <a:pt x="1643" y="4942"/>
                    </a:lnTo>
                    <a:lnTo>
                      <a:pt x="1643" y="10359"/>
                    </a:lnTo>
                    <a:cubicBezTo>
                      <a:pt x="1643" y="10455"/>
                      <a:pt x="1726" y="10526"/>
                      <a:pt x="1810" y="10526"/>
                    </a:cubicBezTo>
                    <a:lnTo>
                      <a:pt x="4286" y="10526"/>
                    </a:lnTo>
                    <a:cubicBezTo>
                      <a:pt x="4370" y="10526"/>
                      <a:pt x="4453" y="10455"/>
                      <a:pt x="4453" y="10359"/>
                    </a:cubicBezTo>
                    <a:lnTo>
                      <a:pt x="4453" y="6168"/>
                    </a:lnTo>
                    <a:cubicBezTo>
                      <a:pt x="4453" y="6073"/>
                      <a:pt x="4370" y="6002"/>
                      <a:pt x="4286" y="6002"/>
                    </a:cubicBezTo>
                    <a:cubicBezTo>
                      <a:pt x="4191" y="6002"/>
                      <a:pt x="4120" y="6073"/>
                      <a:pt x="4120" y="6168"/>
                    </a:cubicBezTo>
                    <a:lnTo>
                      <a:pt x="4120" y="10181"/>
                    </a:lnTo>
                    <a:lnTo>
                      <a:pt x="2012" y="10181"/>
                    </a:lnTo>
                    <a:lnTo>
                      <a:pt x="2012" y="5109"/>
                    </a:lnTo>
                    <a:lnTo>
                      <a:pt x="4132" y="5109"/>
                    </a:lnTo>
                    <a:lnTo>
                      <a:pt x="4132" y="5394"/>
                    </a:lnTo>
                    <a:lnTo>
                      <a:pt x="4132" y="5585"/>
                    </a:lnTo>
                    <a:cubicBezTo>
                      <a:pt x="4132" y="5668"/>
                      <a:pt x="4215" y="5752"/>
                      <a:pt x="4298" y="5752"/>
                    </a:cubicBezTo>
                    <a:cubicBezTo>
                      <a:pt x="4393" y="5752"/>
                      <a:pt x="4465" y="5668"/>
                      <a:pt x="4465" y="5585"/>
                    </a:cubicBezTo>
                    <a:lnTo>
                      <a:pt x="4465" y="5394"/>
                    </a:lnTo>
                    <a:lnTo>
                      <a:pt x="4465" y="4942"/>
                    </a:lnTo>
                    <a:lnTo>
                      <a:pt x="4465" y="4085"/>
                    </a:lnTo>
                    <a:cubicBezTo>
                      <a:pt x="4465" y="3990"/>
                      <a:pt x="4393" y="3918"/>
                      <a:pt x="4298" y="3918"/>
                    </a:cubicBezTo>
                    <a:lnTo>
                      <a:pt x="4239" y="3918"/>
                    </a:lnTo>
                    <a:lnTo>
                      <a:pt x="4239" y="3489"/>
                    </a:lnTo>
                    <a:cubicBezTo>
                      <a:pt x="4524" y="3299"/>
                      <a:pt x="4667" y="2966"/>
                      <a:pt x="4763" y="2716"/>
                    </a:cubicBezTo>
                    <a:lnTo>
                      <a:pt x="5525" y="3037"/>
                    </a:lnTo>
                    <a:cubicBezTo>
                      <a:pt x="5584" y="3073"/>
                      <a:pt x="5644" y="3073"/>
                      <a:pt x="5703" y="3073"/>
                    </a:cubicBezTo>
                    <a:cubicBezTo>
                      <a:pt x="5763" y="3073"/>
                      <a:pt x="5822" y="3049"/>
                      <a:pt x="5858" y="3037"/>
                    </a:cubicBezTo>
                    <a:cubicBezTo>
                      <a:pt x="5965" y="3001"/>
                      <a:pt x="6060" y="2906"/>
                      <a:pt x="6096" y="2799"/>
                    </a:cubicBezTo>
                    <a:lnTo>
                      <a:pt x="6191" y="2585"/>
                    </a:lnTo>
                    <a:cubicBezTo>
                      <a:pt x="6239" y="2477"/>
                      <a:pt x="6239" y="2358"/>
                      <a:pt x="6191" y="2239"/>
                    </a:cubicBezTo>
                    <a:cubicBezTo>
                      <a:pt x="6144" y="2132"/>
                      <a:pt x="6060" y="2037"/>
                      <a:pt x="5953" y="2001"/>
                    </a:cubicBezTo>
                    <a:lnTo>
                      <a:pt x="5048" y="1608"/>
                    </a:lnTo>
                    <a:lnTo>
                      <a:pt x="5084" y="1465"/>
                    </a:lnTo>
                    <a:cubicBezTo>
                      <a:pt x="5120" y="1346"/>
                      <a:pt x="5108" y="1227"/>
                      <a:pt x="5025" y="1120"/>
                    </a:cubicBezTo>
                    <a:cubicBezTo>
                      <a:pt x="4965" y="1013"/>
                      <a:pt x="4870" y="942"/>
                      <a:pt x="4751" y="906"/>
                    </a:cubicBezTo>
                    <a:lnTo>
                      <a:pt x="4727" y="906"/>
                    </a:lnTo>
                    <a:cubicBezTo>
                      <a:pt x="4691" y="900"/>
                      <a:pt x="4655" y="897"/>
                      <a:pt x="4620" y="897"/>
                    </a:cubicBezTo>
                    <a:cubicBezTo>
                      <a:pt x="4584" y="897"/>
                      <a:pt x="4548" y="900"/>
                      <a:pt x="4513" y="906"/>
                    </a:cubicBezTo>
                    <a:cubicBezTo>
                      <a:pt x="4453" y="787"/>
                      <a:pt x="4346" y="691"/>
                      <a:pt x="4191" y="656"/>
                    </a:cubicBezTo>
                    <a:lnTo>
                      <a:pt x="4179" y="656"/>
                    </a:lnTo>
                    <a:cubicBezTo>
                      <a:pt x="4143" y="650"/>
                      <a:pt x="4108" y="647"/>
                      <a:pt x="4071" y="647"/>
                    </a:cubicBezTo>
                    <a:cubicBezTo>
                      <a:pt x="4033" y="647"/>
                      <a:pt x="3995" y="650"/>
                      <a:pt x="3953" y="656"/>
                    </a:cubicBezTo>
                    <a:cubicBezTo>
                      <a:pt x="3953" y="644"/>
                      <a:pt x="3941" y="632"/>
                      <a:pt x="3941" y="632"/>
                    </a:cubicBezTo>
                    <a:cubicBezTo>
                      <a:pt x="3882" y="525"/>
                      <a:pt x="3774" y="453"/>
                      <a:pt x="3655" y="418"/>
                    </a:cubicBezTo>
                    <a:lnTo>
                      <a:pt x="3643" y="418"/>
                    </a:lnTo>
                    <a:cubicBezTo>
                      <a:pt x="3614" y="412"/>
                      <a:pt x="3584" y="409"/>
                      <a:pt x="3554" y="409"/>
                    </a:cubicBezTo>
                    <a:cubicBezTo>
                      <a:pt x="3524" y="409"/>
                      <a:pt x="3495" y="412"/>
                      <a:pt x="3465" y="418"/>
                    </a:cubicBezTo>
                    <a:lnTo>
                      <a:pt x="3417" y="334"/>
                    </a:lnTo>
                    <a:cubicBezTo>
                      <a:pt x="3358" y="227"/>
                      <a:pt x="3250" y="156"/>
                      <a:pt x="3143" y="120"/>
                    </a:cubicBezTo>
                    <a:lnTo>
                      <a:pt x="3120" y="120"/>
                    </a:lnTo>
                    <a:cubicBezTo>
                      <a:pt x="3083" y="113"/>
                      <a:pt x="3047" y="109"/>
                      <a:pt x="3012" y="109"/>
                    </a:cubicBezTo>
                    <a:cubicBezTo>
                      <a:pt x="2931" y="109"/>
                      <a:pt x="2853" y="130"/>
                      <a:pt x="2786" y="180"/>
                    </a:cubicBezTo>
                    <a:cubicBezTo>
                      <a:pt x="2679" y="239"/>
                      <a:pt x="2608" y="346"/>
                      <a:pt x="2572" y="465"/>
                    </a:cubicBezTo>
                    <a:lnTo>
                      <a:pt x="2548" y="572"/>
                    </a:lnTo>
                    <a:lnTo>
                      <a:pt x="1369" y="72"/>
                    </a:lnTo>
                    <a:lnTo>
                      <a:pt x="1310" y="72"/>
                    </a:lnTo>
                    <a:lnTo>
                      <a:pt x="1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1300;p38">
                <a:extLst>
                  <a:ext uri="{FF2B5EF4-FFF2-40B4-BE49-F238E27FC236}">
                    <a16:creationId xmlns:a16="http://schemas.microsoft.com/office/drawing/2014/main" id="{A701F2AB-5C69-4F0B-8BE0-0EC644D34930}"/>
                  </a:ext>
                </a:extLst>
              </p:cNvPr>
              <p:cNvSpPr/>
              <p:nvPr/>
            </p:nvSpPr>
            <p:spPr>
              <a:xfrm>
                <a:off x="1329585" y="2127494"/>
                <a:ext cx="108795" cy="197123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6193" extrusionOk="0">
                    <a:moveTo>
                      <a:pt x="1155" y="358"/>
                    </a:moveTo>
                    <a:cubicBezTo>
                      <a:pt x="1214" y="358"/>
                      <a:pt x="1274" y="418"/>
                      <a:pt x="1274" y="477"/>
                    </a:cubicBezTo>
                    <a:lnTo>
                      <a:pt x="1274" y="549"/>
                    </a:lnTo>
                    <a:lnTo>
                      <a:pt x="1274" y="1120"/>
                    </a:lnTo>
                    <a:cubicBezTo>
                      <a:pt x="1274" y="1203"/>
                      <a:pt x="1345" y="1275"/>
                      <a:pt x="1441" y="1275"/>
                    </a:cubicBezTo>
                    <a:cubicBezTo>
                      <a:pt x="1524" y="1275"/>
                      <a:pt x="1595" y="1203"/>
                      <a:pt x="1595" y="1120"/>
                    </a:cubicBezTo>
                    <a:lnTo>
                      <a:pt x="1595" y="584"/>
                    </a:lnTo>
                    <a:cubicBezTo>
                      <a:pt x="1619" y="537"/>
                      <a:pt x="1655" y="525"/>
                      <a:pt x="1703" y="525"/>
                    </a:cubicBezTo>
                    <a:lnTo>
                      <a:pt x="1715" y="525"/>
                    </a:lnTo>
                    <a:cubicBezTo>
                      <a:pt x="1774" y="525"/>
                      <a:pt x="1834" y="584"/>
                      <a:pt x="1834" y="644"/>
                    </a:cubicBezTo>
                    <a:lnTo>
                      <a:pt x="1834" y="668"/>
                    </a:lnTo>
                    <a:lnTo>
                      <a:pt x="1834" y="1132"/>
                    </a:lnTo>
                    <a:cubicBezTo>
                      <a:pt x="1834" y="1215"/>
                      <a:pt x="1917" y="1299"/>
                      <a:pt x="2000" y="1299"/>
                    </a:cubicBezTo>
                    <a:cubicBezTo>
                      <a:pt x="2096" y="1299"/>
                      <a:pt x="2167" y="1215"/>
                      <a:pt x="2167" y="1132"/>
                    </a:cubicBezTo>
                    <a:lnTo>
                      <a:pt x="2167" y="715"/>
                    </a:lnTo>
                    <a:cubicBezTo>
                      <a:pt x="2179" y="668"/>
                      <a:pt x="2226" y="656"/>
                      <a:pt x="2274" y="656"/>
                    </a:cubicBezTo>
                    <a:lnTo>
                      <a:pt x="2286" y="656"/>
                    </a:lnTo>
                    <a:cubicBezTo>
                      <a:pt x="2346" y="656"/>
                      <a:pt x="2405" y="715"/>
                      <a:pt x="2405" y="775"/>
                    </a:cubicBezTo>
                    <a:lnTo>
                      <a:pt x="2405" y="894"/>
                    </a:lnTo>
                    <a:lnTo>
                      <a:pt x="2405" y="1239"/>
                    </a:lnTo>
                    <a:cubicBezTo>
                      <a:pt x="2405" y="1322"/>
                      <a:pt x="2477" y="1394"/>
                      <a:pt x="2572" y="1394"/>
                    </a:cubicBezTo>
                    <a:cubicBezTo>
                      <a:pt x="2655" y="1394"/>
                      <a:pt x="2727" y="1322"/>
                      <a:pt x="2727" y="1239"/>
                    </a:cubicBezTo>
                    <a:lnTo>
                      <a:pt x="2727" y="894"/>
                    </a:lnTo>
                    <a:cubicBezTo>
                      <a:pt x="2727" y="834"/>
                      <a:pt x="2786" y="775"/>
                      <a:pt x="2846" y="775"/>
                    </a:cubicBezTo>
                    <a:lnTo>
                      <a:pt x="2869" y="775"/>
                    </a:lnTo>
                    <a:cubicBezTo>
                      <a:pt x="2929" y="775"/>
                      <a:pt x="2988" y="834"/>
                      <a:pt x="2988" y="894"/>
                    </a:cubicBezTo>
                    <a:lnTo>
                      <a:pt x="2988" y="1680"/>
                    </a:lnTo>
                    <a:lnTo>
                      <a:pt x="2988" y="1692"/>
                    </a:lnTo>
                    <a:cubicBezTo>
                      <a:pt x="3060" y="1858"/>
                      <a:pt x="3048" y="2442"/>
                      <a:pt x="2727" y="2692"/>
                    </a:cubicBezTo>
                    <a:cubicBezTo>
                      <a:pt x="2679" y="2727"/>
                      <a:pt x="2667" y="2763"/>
                      <a:pt x="2667" y="2823"/>
                    </a:cubicBezTo>
                    <a:lnTo>
                      <a:pt x="2667" y="3358"/>
                    </a:lnTo>
                    <a:lnTo>
                      <a:pt x="1060" y="3358"/>
                    </a:lnTo>
                    <a:lnTo>
                      <a:pt x="1060" y="2989"/>
                    </a:lnTo>
                    <a:cubicBezTo>
                      <a:pt x="1060" y="2930"/>
                      <a:pt x="1036" y="2882"/>
                      <a:pt x="988" y="2858"/>
                    </a:cubicBezTo>
                    <a:cubicBezTo>
                      <a:pt x="822" y="2739"/>
                      <a:pt x="405" y="2346"/>
                      <a:pt x="393" y="1965"/>
                    </a:cubicBezTo>
                    <a:cubicBezTo>
                      <a:pt x="381" y="1692"/>
                      <a:pt x="369" y="1370"/>
                      <a:pt x="464" y="1275"/>
                    </a:cubicBezTo>
                    <a:cubicBezTo>
                      <a:pt x="499" y="1257"/>
                      <a:pt x="547" y="1246"/>
                      <a:pt x="612" y="1246"/>
                    </a:cubicBezTo>
                    <a:cubicBezTo>
                      <a:pt x="636" y="1246"/>
                      <a:pt x="662" y="1248"/>
                      <a:pt x="691" y="1251"/>
                    </a:cubicBezTo>
                    <a:lnTo>
                      <a:pt x="691" y="1477"/>
                    </a:lnTo>
                    <a:cubicBezTo>
                      <a:pt x="691" y="1561"/>
                      <a:pt x="762" y="1632"/>
                      <a:pt x="857" y="1632"/>
                    </a:cubicBezTo>
                    <a:cubicBezTo>
                      <a:pt x="941" y="1632"/>
                      <a:pt x="1024" y="1561"/>
                      <a:pt x="1024" y="1477"/>
                    </a:cubicBezTo>
                    <a:lnTo>
                      <a:pt x="1024" y="477"/>
                    </a:lnTo>
                    <a:cubicBezTo>
                      <a:pt x="1024" y="418"/>
                      <a:pt x="1083" y="358"/>
                      <a:pt x="1143" y="358"/>
                    </a:cubicBezTo>
                    <a:close/>
                    <a:moveTo>
                      <a:pt x="2941" y="3692"/>
                    </a:moveTo>
                    <a:lnTo>
                      <a:pt x="2941" y="4216"/>
                    </a:lnTo>
                    <a:lnTo>
                      <a:pt x="810" y="4216"/>
                    </a:lnTo>
                    <a:lnTo>
                      <a:pt x="810" y="3692"/>
                    </a:lnTo>
                    <a:close/>
                    <a:moveTo>
                      <a:pt x="2941" y="4537"/>
                    </a:moveTo>
                    <a:lnTo>
                      <a:pt x="2941" y="5859"/>
                    </a:lnTo>
                    <a:lnTo>
                      <a:pt x="810" y="5859"/>
                    </a:lnTo>
                    <a:lnTo>
                      <a:pt x="810" y="4537"/>
                    </a:lnTo>
                    <a:close/>
                    <a:moveTo>
                      <a:pt x="1143" y="1"/>
                    </a:moveTo>
                    <a:cubicBezTo>
                      <a:pt x="881" y="1"/>
                      <a:pt x="679" y="203"/>
                      <a:pt x="679" y="465"/>
                    </a:cubicBezTo>
                    <a:lnTo>
                      <a:pt x="679" y="894"/>
                    </a:lnTo>
                    <a:cubicBezTo>
                      <a:pt x="642" y="889"/>
                      <a:pt x="607" y="887"/>
                      <a:pt x="573" y="887"/>
                    </a:cubicBezTo>
                    <a:cubicBezTo>
                      <a:pt x="439" y="887"/>
                      <a:pt x="326" y="923"/>
                      <a:pt x="250" y="989"/>
                    </a:cubicBezTo>
                    <a:cubicBezTo>
                      <a:pt x="0" y="1192"/>
                      <a:pt x="36" y="1573"/>
                      <a:pt x="48" y="1965"/>
                    </a:cubicBezTo>
                    <a:cubicBezTo>
                      <a:pt x="83" y="2477"/>
                      <a:pt x="548" y="2894"/>
                      <a:pt x="726" y="3049"/>
                    </a:cubicBezTo>
                    <a:lnTo>
                      <a:pt x="726" y="3335"/>
                    </a:lnTo>
                    <a:lnTo>
                      <a:pt x="631" y="3335"/>
                    </a:lnTo>
                    <a:cubicBezTo>
                      <a:pt x="536" y="3335"/>
                      <a:pt x="464" y="3406"/>
                      <a:pt x="464" y="3489"/>
                    </a:cubicBezTo>
                    <a:lnTo>
                      <a:pt x="464" y="4359"/>
                    </a:lnTo>
                    <a:lnTo>
                      <a:pt x="464" y="6025"/>
                    </a:lnTo>
                    <a:cubicBezTo>
                      <a:pt x="464" y="6121"/>
                      <a:pt x="536" y="6192"/>
                      <a:pt x="631" y="6192"/>
                    </a:cubicBezTo>
                    <a:lnTo>
                      <a:pt x="3108" y="6192"/>
                    </a:lnTo>
                    <a:cubicBezTo>
                      <a:pt x="3191" y="6192"/>
                      <a:pt x="3262" y="6121"/>
                      <a:pt x="3262" y="6025"/>
                    </a:cubicBezTo>
                    <a:lnTo>
                      <a:pt x="3262" y="4359"/>
                    </a:lnTo>
                    <a:lnTo>
                      <a:pt x="3262" y="3489"/>
                    </a:lnTo>
                    <a:cubicBezTo>
                      <a:pt x="3262" y="3406"/>
                      <a:pt x="3191" y="3335"/>
                      <a:pt x="3108" y="3335"/>
                    </a:cubicBezTo>
                    <a:lnTo>
                      <a:pt x="3000" y="3335"/>
                    </a:lnTo>
                    <a:lnTo>
                      <a:pt x="3000" y="2870"/>
                    </a:lnTo>
                    <a:cubicBezTo>
                      <a:pt x="3417" y="2465"/>
                      <a:pt x="3369" y="1727"/>
                      <a:pt x="3369" y="1632"/>
                    </a:cubicBezTo>
                    <a:lnTo>
                      <a:pt x="3369" y="858"/>
                    </a:lnTo>
                    <a:cubicBezTo>
                      <a:pt x="3369" y="608"/>
                      <a:pt x="3167" y="406"/>
                      <a:pt x="2905" y="406"/>
                    </a:cubicBezTo>
                    <a:lnTo>
                      <a:pt x="2893" y="406"/>
                    </a:lnTo>
                    <a:cubicBezTo>
                      <a:pt x="2822" y="406"/>
                      <a:pt x="2738" y="418"/>
                      <a:pt x="2667" y="465"/>
                    </a:cubicBezTo>
                    <a:cubicBezTo>
                      <a:pt x="2584" y="358"/>
                      <a:pt x="2465" y="287"/>
                      <a:pt x="2310" y="287"/>
                    </a:cubicBezTo>
                    <a:lnTo>
                      <a:pt x="2298" y="287"/>
                    </a:lnTo>
                    <a:cubicBezTo>
                      <a:pt x="2226" y="287"/>
                      <a:pt x="2143" y="299"/>
                      <a:pt x="2084" y="346"/>
                    </a:cubicBezTo>
                    <a:cubicBezTo>
                      <a:pt x="2000" y="239"/>
                      <a:pt x="1881" y="179"/>
                      <a:pt x="1750" y="179"/>
                    </a:cubicBezTo>
                    <a:lnTo>
                      <a:pt x="1726" y="179"/>
                    </a:lnTo>
                    <a:cubicBezTo>
                      <a:pt x="1667" y="179"/>
                      <a:pt x="1607" y="191"/>
                      <a:pt x="1548" y="203"/>
                    </a:cubicBezTo>
                    <a:cubicBezTo>
                      <a:pt x="1476" y="84"/>
                      <a:pt x="1334" y="1"/>
                      <a:pt x="11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1301;p38">
              <a:extLst>
                <a:ext uri="{FF2B5EF4-FFF2-40B4-BE49-F238E27FC236}">
                  <a16:creationId xmlns:a16="http://schemas.microsoft.com/office/drawing/2014/main" id="{2981501C-656D-A2A9-D0EE-87DEAA27AEB5}"/>
                </a:ext>
              </a:extLst>
            </p:cNvPr>
            <p:cNvGrpSpPr/>
            <p:nvPr/>
          </p:nvGrpSpPr>
          <p:grpSpPr>
            <a:xfrm>
              <a:off x="5444557" y="2533578"/>
              <a:ext cx="259605" cy="346024"/>
              <a:chOff x="5194002" y="1511297"/>
              <a:chExt cx="259605" cy="346024"/>
            </a:xfrm>
          </p:grpSpPr>
          <p:sp>
            <p:nvSpPr>
              <p:cNvPr id="27" name="Google Shape;1302;p38">
                <a:extLst>
                  <a:ext uri="{FF2B5EF4-FFF2-40B4-BE49-F238E27FC236}">
                    <a16:creationId xmlns:a16="http://schemas.microsoft.com/office/drawing/2014/main" id="{EDBBB3A8-87A9-6AC6-37F8-A8A98D7ADE28}"/>
                  </a:ext>
                </a:extLst>
              </p:cNvPr>
              <p:cNvSpPr/>
              <p:nvPr/>
            </p:nvSpPr>
            <p:spPr>
              <a:xfrm>
                <a:off x="5216729" y="1543636"/>
                <a:ext cx="169431" cy="159436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5009" extrusionOk="0">
                    <a:moveTo>
                      <a:pt x="3353" y="0"/>
                    </a:moveTo>
                    <a:cubicBezTo>
                      <a:pt x="2568" y="0"/>
                      <a:pt x="1788" y="303"/>
                      <a:pt x="1203" y="901"/>
                    </a:cubicBezTo>
                    <a:cubicBezTo>
                      <a:pt x="96" y="1997"/>
                      <a:pt x="0" y="3747"/>
                      <a:pt x="965" y="4949"/>
                    </a:cubicBezTo>
                    <a:cubicBezTo>
                      <a:pt x="1001" y="4997"/>
                      <a:pt x="1036" y="5009"/>
                      <a:pt x="1084" y="5009"/>
                    </a:cubicBezTo>
                    <a:cubicBezTo>
                      <a:pt x="1120" y="5009"/>
                      <a:pt x="1155" y="4985"/>
                      <a:pt x="1191" y="4973"/>
                    </a:cubicBezTo>
                    <a:cubicBezTo>
                      <a:pt x="1262" y="4914"/>
                      <a:pt x="1262" y="4830"/>
                      <a:pt x="1215" y="4759"/>
                    </a:cubicBezTo>
                    <a:cubicBezTo>
                      <a:pt x="358" y="3664"/>
                      <a:pt x="441" y="2104"/>
                      <a:pt x="1429" y="1127"/>
                    </a:cubicBezTo>
                    <a:cubicBezTo>
                      <a:pt x="1957" y="594"/>
                      <a:pt x="2658" y="324"/>
                      <a:pt x="3362" y="324"/>
                    </a:cubicBezTo>
                    <a:cubicBezTo>
                      <a:pt x="3961" y="324"/>
                      <a:pt x="4562" y="519"/>
                      <a:pt x="5061" y="913"/>
                    </a:cubicBezTo>
                    <a:cubicBezTo>
                      <a:pt x="5091" y="939"/>
                      <a:pt x="5127" y="951"/>
                      <a:pt x="5162" y="951"/>
                    </a:cubicBezTo>
                    <a:cubicBezTo>
                      <a:pt x="5208" y="951"/>
                      <a:pt x="5253" y="930"/>
                      <a:pt x="5287" y="889"/>
                    </a:cubicBezTo>
                    <a:cubicBezTo>
                      <a:pt x="5323" y="806"/>
                      <a:pt x="5311" y="711"/>
                      <a:pt x="5251" y="663"/>
                    </a:cubicBezTo>
                    <a:cubicBezTo>
                      <a:pt x="4693" y="220"/>
                      <a:pt x="4021" y="0"/>
                      <a:pt x="3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303;p38">
                <a:extLst>
                  <a:ext uri="{FF2B5EF4-FFF2-40B4-BE49-F238E27FC236}">
                    <a16:creationId xmlns:a16="http://schemas.microsoft.com/office/drawing/2014/main" id="{C3702F96-CCD8-E62B-FBF1-5EE2EB7A5DCA}"/>
                  </a:ext>
                </a:extLst>
              </p:cNvPr>
              <p:cNvSpPr/>
              <p:nvPr/>
            </p:nvSpPr>
            <p:spPr>
              <a:xfrm>
                <a:off x="5194002" y="1511297"/>
                <a:ext cx="259605" cy="346024"/>
              </a:xfrm>
              <a:custGeom>
                <a:avLst/>
                <a:gdLst/>
                <a:ahLst/>
                <a:cxnLst/>
                <a:rect l="l" t="t" r="r" b="b"/>
                <a:pathLst>
                  <a:path w="8156" h="10871" extrusionOk="0">
                    <a:moveTo>
                      <a:pt x="4060" y="322"/>
                    </a:moveTo>
                    <a:cubicBezTo>
                      <a:pt x="6132" y="322"/>
                      <a:pt x="7822" y="2001"/>
                      <a:pt x="7822" y="4084"/>
                    </a:cubicBezTo>
                    <a:cubicBezTo>
                      <a:pt x="7822" y="4977"/>
                      <a:pt x="7632" y="5894"/>
                      <a:pt x="7227" y="6763"/>
                    </a:cubicBezTo>
                    <a:cubicBezTo>
                      <a:pt x="6918" y="7466"/>
                      <a:pt x="6477" y="8168"/>
                      <a:pt x="5906" y="8823"/>
                    </a:cubicBezTo>
                    <a:cubicBezTo>
                      <a:pt x="5120" y="9740"/>
                      <a:pt x="4310" y="10335"/>
                      <a:pt x="4060" y="10537"/>
                    </a:cubicBezTo>
                    <a:cubicBezTo>
                      <a:pt x="3810" y="10359"/>
                      <a:pt x="3000" y="9763"/>
                      <a:pt x="2215" y="8835"/>
                    </a:cubicBezTo>
                    <a:cubicBezTo>
                      <a:pt x="1643" y="8180"/>
                      <a:pt x="1203" y="7477"/>
                      <a:pt x="893" y="6787"/>
                    </a:cubicBezTo>
                    <a:cubicBezTo>
                      <a:pt x="488" y="5906"/>
                      <a:pt x="298" y="5001"/>
                      <a:pt x="298" y="4084"/>
                    </a:cubicBezTo>
                    <a:cubicBezTo>
                      <a:pt x="298" y="2024"/>
                      <a:pt x="1976" y="322"/>
                      <a:pt x="4060" y="322"/>
                    </a:cubicBezTo>
                    <a:close/>
                    <a:moveTo>
                      <a:pt x="4072" y="0"/>
                    </a:moveTo>
                    <a:cubicBezTo>
                      <a:pt x="1834" y="0"/>
                      <a:pt x="0" y="1822"/>
                      <a:pt x="0" y="4072"/>
                    </a:cubicBezTo>
                    <a:cubicBezTo>
                      <a:pt x="0" y="5025"/>
                      <a:pt x="202" y="5977"/>
                      <a:pt x="619" y="6894"/>
                    </a:cubicBezTo>
                    <a:cubicBezTo>
                      <a:pt x="953" y="7632"/>
                      <a:pt x="1405" y="8359"/>
                      <a:pt x="1988" y="9025"/>
                    </a:cubicBezTo>
                    <a:cubicBezTo>
                      <a:pt x="2977" y="10192"/>
                      <a:pt x="3941" y="10835"/>
                      <a:pt x="3989" y="10847"/>
                    </a:cubicBezTo>
                    <a:cubicBezTo>
                      <a:pt x="4012" y="10859"/>
                      <a:pt x="4048" y="10871"/>
                      <a:pt x="4072" y="10871"/>
                    </a:cubicBezTo>
                    <a:cubicBezTo>
                      <a:pt x="4108" y="10871"/>
                      <a:pt x="4132" y="10859"/>
                      <a:pt x="4167" y="10847"/>
                    </a:cubicBezTo>
                    <a:cubicBezTo>
                      <a:pt x="4203" y="10811"/>
                      <a:pt x="5179" y="10168"/>
                      <a:pt x="6156" y="9025"/>
                    </a:cubicBezTo>
                    <a:cubicBezTo>
                      <a:pt x="6739" y="8347"/>
                      <a:pt x="7203" y="7632"/>
                      <a:pt x="7525" y="6894"/>
                    </a:cubicBezTo>
                    <a:cubicBezTo>
                      <a:pt x="7942" y="5977"/>
                      <a:pt x="8156" y="5025"/>
                      <a:pt x="8156" y="4072"/>
                    </a:cubicBezTo>
                    <a:cubicBezTo>
                      <a:pt x="8156" y="1822"/>
                      <a:pt x="6322" y="0"/>
                      <a:pt x="40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304;p38">
                <a:extLst>
                  <a:ext uri="{FF2B5EF4-FFF2-40B4-BE49-F238E27FC236}">
                    <a16:creationId xmlns:a16="http://schemas.microsoft.com/office/drawing/2014/main" id="{817FA3D4-441C-B5D4-369B-F682421F3828}"/>
                  </a:ext>
                </a:extLst>
              </p:cNvPr>
              <p:cNvSpPr/>
              <p:nvPr/>
            </p:nvSpPr>
            <p:spPr>
              <a:xfrm>
                <a:off x="5296304" y="1607105"/>
                <a:ext cx="55002" cy="17156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539" extrusionOk="0">
                    <a:moveTo>
                      <a:pt x="629" y="0"/>
                    </a:moveTo>
                    <a:cubicBezTo>
                      <a:pt x="478" y="0"/>
                      <a:pt x="312" y="15"/>
                      <a:pt x="132" y="50"/>
                    </a:cubicBezTo>
                    <a:cubicBezTo>
                      <a:pt x="60" y="62"/>
                      <a:pt x="1" y="122"/>
                      <a:pt x="1" y="217"/>
                    </a:cubicBezTo>
                    <a:lnTo>
                      <a:pt x="1" y="384"/>
                    </a:lnTo>
                    <a:cubicBezTo>
                      <a:pt x="1" y="467"/>
                      <a:pt x="72" y="538"/>
                      <a:pt x="156" y="538"/>
                    </a:cubicBezTo>
                    <a:cubicBezTo>
                      <a:pt x="251" y="538"/>
                      <a:pt x="322" y="467"/>
                      <a:pt x="322" y="384"/>
                    </a:cubicBezTo>
                    <a:lnTo>
                      <a:pt x="322" y="348"/>
                    </a:lnTo>
                    <a:cubicBezTo>
                      <a:pt x="437" y="332"/>
                      <a:pt x="543" y="325"/>
                      <a:pt x="640" y="325"/>
                    </a:cubicBezTo>
                    <a:cubicBezTo>
                      <a:pt x="833" y="325"/>
                      <a:pt x="989" y="352"/>
                      <a:pt x="1108" y="384"/>
                    </a:cubicBezTo>
                    <a:cubicBezTo>
                      <a:pt x="1322" y="443"/>
                      <a:pt x="1441" y="515"/>
                      <a:pt x="1441" y="515"/>
                    </a:cubicBezTo>
                    <a:cubicBezTo>
                      <a:pt x="1465" y="527"/>
                      <a:pt x="1501" y="538"/>
                      <a:pt x="1525" y="538"/>
                    </a:cubicBezTo>
                    <a:cubicBezTo>
                      <a:pt x="1572" y="538"/>
                      <a:pt x="1632" y="515"/>
                      <a:pt x="1668" y="467"/>
                    </a:cubicBezTo>
                    <a:cubicBezTo>
                      <a:pt x="1727" y="396"/>
                      <a:pt x="1691" y="300"/>
                      <a:pt x="1620" y="241"/>
                    </a:cubicBezTo>
                    <a:cubicBezTo>
                      <a:pt x="1591" y="231"/>
                      <a:pt x="1235" y="0"/>
                      <a:pt x="6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305;p38">
                <a:extLst>
                  <a:ext uri="{FF2B5EF4-FFF2-40B4-BE49-F238E27FC236}">
                    <a16:creationId xmlns:a16="http://schemas.microsoft.com/office/drawing/2014/main" id="{0AD08F18-6892-26A5-F2F0-1A1A9A3C8710}"/>
                  </a:ext>
                </a:extLst>
              </p:cNvPr>
              <p:cNvSpPr/>
              <p:nvPr/>
            </p:nvSpPr>
            <p:spPr>
              <a:xfrm>
                <a:off x="5260686" y="1576103"/>
                <a:ext cx="169813" cy="162970"/>
              </a:xfrm>
              <a:custGeom>
                <a:avLst/>
                <a:gdLst/>
                <a:ahLst/>
                <a:cxnLst/>
                <a:rect l="l" t="t" r="r" b="b"/>
                <a:pathLst>
                  <a:path w="5335" h="5120" extrusionOk="0">
                    <a:moveTo>
                      <a:pt x="3191" y="322"/>
                    </a:moveTo>
                    <a:lnTo>
                      <a:pt x="3191" y="1108"/>
                    </a:lnTo>
                    <a:cubicBezTo>
                      <a:pt x="3191" y="1250"/>
                      <a:pt x="3156" y="1381"/>
                      <a:pt x="3096" y="1501"/>
                    </a:cubicBezTo>
                    <a:lnTo>
                      <a:pt x="3037" y="1620"/>
                    </a:lnTo>
                    <a:cubicBezTo>
                      <a:pt x="3025" y="1631"/>
                      <a:pt x="3025" y="1667"/>
                      <a:pt x="3025" y="1691"/>
                    </a:cubicBezTo>
                    <a:lnTo>
                      <a:pt x="3025" y="2036"/>
                    </a:lnTo>
                    <a:cubicBezTo>
                      <a:pt x="3025" y="2322"/>
                      <a:pt x="2918" y="2584"/>
                      <a:pt x="2715" y="2786"/>
                    </a:cubicBezTo>
                    <a:cubicBezTo>
                      <a:pt x="2501" y="2977"/>
                      <a:pt x="2239" y="3084"/>
                      <a:pt x="1953" y="3084"/>
                    </a:cubicBezTo>
                    <a:cubicBezTo>
                      <a:pt x="1382" y="3048"/>
                      <a:pt x="941" y="2572"/>
                      <a:pt x="941" y="1989"/>
                    </a:cubicBezTo>
                    <a:lnTo>
                      <a:pt x="941" y="1691"/>
                    </a:lnTo>
                    <a:cubicBezTo>
                      <a:pt x="941" y="1667"/>
                      <a:pt x="941" y="1655"/>
                      <a:pt x="929" y="1620"/>
                    </a:cubicBezTo>
                    <a:lnTo>
                      <a:pt x="870" y="1501"/>
                    </a:lnTo>
                    <a:cubicBezTo>
                      <a:pt x="798" y="1381"/>
                      <a:pt x="774" y="1250"/>
                      <a:pt x="774" y="1108"/>
                    </a:cubicBezTo>
                    <a:cubicBezTo>
                      <a:pt x="774" y="679"/>
                      <a:pt x="1132" y="322"/>
                      <a:pt x="1560" y="322"/>
                    </a:cubicBezTo>
                    <a:close/>
                    <a:moveTo>
                      <a:pt x="2489" y="3286"/>
                    </a:moveTo>
                    <a:lnTo>
                      <a:pt x="2489" y="3513"/>
                    </a:lnTo>
                    <a:cubicBezTo>
                      <a:pt x="2489" y="3560"/>
                      <a:pt x="2489" y="3596"/>
                      <a:pt x="2501" y="3644"/>
                    </a:cubicBezTo>
                    <a:lnTo>
                      <a:pt x="1965" y="4048"/>
                    </a:lnTo>
                    <a:lnTo>
                      <a:pt x="1429" y="3644"/>
                    </a:lnTo>
                    <a:cubicBezTo>
                      <a:pt x="1441" y="3596"/>
                      <a:pt x="1441" y="3548"/>
                      <a:pt x="1441" y="3513"/>
                    </a:cubicBezTo>
                    <a:lnTo>
                      <a:pt x="1441" y="3286"/>
                    </a:lnTo>
                    <a:cubicBezTo>
                      <a:pt x="1596" y="3346"/>
                      <a:pt x="1751" y="3394"/>
                      <a:pt x="1917" y="3394"/>
                    </a:cubicBezTo>
                    <a:lnTo>
                      <a:pt x="1965" y="3394"/>
                    </a:lnTo>
                    <a:cubicBezTo>
                      <a:pt x="2144" y="3394"/>
                      <a:pt x="2322" y="3358"/>
                      <a:pt x="2489" y="3286"/>
                    </a:cubicBezTo>
                    <a:close/>
                    <a:moveTo>
                      <a:pt x="1251" y="3917"/>
                    </a:moveTo>
                    <a:lnTo>
                      <a:pt x="1822" y="4346"/>
                    </a:lnTo>
                    <a:lnTo>
                      <a:pt x="1822" y="4775"/>
                    </a:lnTo>
                    <a:cubicBezTo>
                      <a:pt x="1322" y="4751"/>
                      <a:pt x="834" y="4584"/>
                      <a:pt x="405" y="4287"/>
                    </a:cubicBezTo>
                    <a:cubicBezTo>
                      <a:pt x="429" y="4251"/>
                      <a:pt x="477" y="4227"/>
                      <a:pt x="513" y="4215"/>
                    </a:cubicBezTo>
                    <a:lnTo>
                      <a:pt x="1132" y="3965"/>
                    </a:lnTo>
                    <a:cubicBezTo>
                      <a:pt x="1179" y="3953"/>
                      <a:pt x="1227" y="3929"/>
                      <a:pt x="1251" y="3917"/>
                    </a:cubicBezTo>
                    <a:close/>
                    <a:moveTo>
                      <a:pt x="2691" y="3894"/>
                    </a:moveTo>
                    <a:cubicBezTo>
                      <a:pt x="2727" y="3929"/>
                      <a:pt x="2775" y="3941"/>
                      <a:pt x="2810" y="3953"/>
                    </a:cubicBezTo>
                    <a:lnTo>
                      <a:pt x="3572" y="4239"/>
                    </a:lnTo>
                    <a:cubicBezTo>
                      <a:pt x="3144" y="4572"/>
                      <a:pt x="2656" y="4751"/>
                      <a:pt x="2132" y="4775"/>
                    </a:cubicBezTo>
                    <a:lnTo>
                      <a:pt x="2132" y="4334"/>
                    </a:lnTo>
                    <a:lnTo>
                      <a:pt x="2691" y="3894"/>
                    </a:lnTo>
                    <a:close/>
                    <a:moveTo>
                      <a:pt x="1572" y="0"/>
                    </a:moveTo>
                    <a:cubicBezTo>
                      <a:pt x="965" y="0"/>
                      <a:pt x="465" y="488"/>
                      <a:pt x="465" y="1108"/>
                    </a:cubicBezTo>
                    <a:cubicBezTo>
                      <a:pt x="465" y="1286"/>
                      <a:pt x="501" y="1489"/>
                      <a:pt x="584" y="1655"/>
                    </a:cubicBezTo>
                    <a:lnTo>
                      <a:pt x="620" y="1739"/>
                    </a:lnTo>
                    <a:lnTo>
                      <a:pt x="620" y="1989"/>
                    </a:lnTo>
                    <a:cubicBezTo>
                      <a:pt x="620" y="2429"/>
                      <a:pt x="822" y="2822"/>
                      <a:pt x="1132" y="3096"/>
                    </a:cubicBezTo>
                    <a:lnTo>
                      <a:pt x="1132" y="3525"/>
                    </a:lnTo>
                    <a:cubicBezTo>
                      <a:pt x="1132" y="3596"/>
                      <a:pt x="1084" y="3667"/>
                      <a:pt x="1013" y="3691"/>
                    </a:cubicBezTo>
                    <a:lnTo>
                      <a:pt x="382" y="3929"/>
                    </a:lnTo>
                    <a:cubicBezTo>
                      <a:pt x="227" y="3989"/>
                      <a:pt x="84" y="4108"/>
                      <a:pt x="24" y="4275"/>
                    </a:cubicBezTo>
                    <a:cubicBezTo>
                      <a:pt x="1" y="4334"/>
                      <a:pt x="12" y="4418"/>
                      <a:pt x="72" y="4465"/>
                    </a:cubicBezTo>
                    <a:cubicBezTo>
                      <a:pt x="620" y="4906"/>
                      <a:pt x="1298" y="5120"/>
                      <a:pt x="1965" y="5120"/>
                    </a:cubicBezTo>
                    <a:cubicBezTo>
                      <a:pt x="2751" y="5120"/>
                      <a:pt x="3525" y="4822"/>
                      <a:pt x="4120" y="4227"/>
                    </a:cubicBezTo>
                    <a:cubicBezTo>
                      <a:pt x="5227" y="3108"/>
                      <a:pt x="5335" y="1370"/>
                      <a:pt x="4370" y="143"/>
                    </a:cubicBezTo>
                    <a:cubicBezTo>
                      <a:pt x="4337" y="104"/>
                      <a:pt x="4297" y="86"/>
                      <a:pt x="4256" y="86"/>
                    </a:cubicBezTo>
                    <a:cubicBezTo>
                      <a:pt x="4222" y="86"/>
                      <a:pt x="4188" y="98"/>
                      <a:pt x="4156" y="119"/>
                    </a:cubicBezTo>
                    <a:cubicBezTo>
                      <a:pt x="4072" y="179"/>
                      <a:pt x="4072" y="262"/>
                      <a:pt x="4120" y="346"/>
                    </a:cubicBezTo>
                    <a:cubicBezTo>
                      <a:pt x="4989" y="1429"/>
                      <a:pt x="4894" y="2989"/>
                      <a:pt x="3918" y="3965"/>
                    </a:cubicBezTo>
                    <a:lnTo>
                      <a:pt x="3858" y="4025"/>
                    </a:lnTo>
                    <a:cubicBezTo>
                      <a:pt x="3822" y="4013"/>
                      <a:pt x="3775" y="3989"/>
                      <a:pt x="3751" y="3989"/>
                    </a:cubicBezTo>
                    <a:lnTo>
                      <a:pt x="2941" y="3691"/>
                    </a:lnTo>
                    <a:cubicBezTo>
                      <a:pt x="2870" y="3656"/>
                      <a:pt x="2822" y="3596"/>
                      <a:pt x="2822" y="3525"/>
                    </a:cubicBezTo>
                    <a:lnTo>
                      <a:pt x="2822" y="3120"/>
                    </a:lnTo>
                    <a:cubicBezTo>
                      <a:pt x="2858" y="3096"/>
                      <a:pt x="2906" y="3060"/>
                      <a:pt x="2929" y="3036"/>
                    </a:cubicBezTo>
                    <a:cubicBezTo>
                      <a:pt x="3203" y="2774"/>
                      <a:pt x="3346" y="2441"/>
                      <a:pt x="3346" y="2060"/>
                    </a:cubicBezTo>
                    <a:lnTo>
                      <a:pt x="3346" y="1762"/>
                    </a:lnTo>
                    <a:lnTo>
                      <a:pt x="3394" y="1679"/>
                    </a:lnTo>
                    <a:cubicBezTo>
                      <a:pt x="3465" y="1512"/>
                      <a:pt x="3513" y="1334"/>
                      <a:pt x="3513" y="1143"/>
                    </a:cubicBezTo>
                    <a:lnTo>
                      <a:pt x="3513" y="167"/>
                    </a:lnTo>
                    <a:cubicBezTo>
                      <a:pt x="3513" y="72"/>
                      <a:pt x="3441" y="0"/>
                      <a:pt x="33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" name="Google Shape;1306;p38">
              <a:extLst>
                <a:ext uri="{FF2B5EF4-FFF2-40B4-BE49-F238E27FC236}">
                  <a16:creationId xmlns:a16="http://schemas.microsoft.com/office/drawing/2014/main" id="{E29FC744-B0D8-8A0D-9666-2322AD1E109E}"/>
                </a:ext>
              </a:extLst>
            </p:cNvPr>
            <p:cNvSpPr/>
            <p:nvPr/>
          </p:nvSpPr>
          <p:spPr>
            <a:xfrm>
              <a:off x="3233641" y="2374734"/>
              <a:ext cx="665232" cy="663710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7;p38">
              <a:extLst>
                <a:ext uri="{FF2B5EF4-FFF2-40B4-BE49-F238E27FC236}">
                  <a16:creationId xmlns:a16="http://schemas.microsoft.com/office/drawing/2014/main" id="{BFA216BD-5893-BD33-A750-896395B49099}"/>
                </a:ext>
              </a:extLst>
            </p:cNvPr>
            <p:cNvSpPr/>
            <p:nvPr/>
          </p:nvSpPr>
          <p:spPr>
            <a:xfrm>
              <a:off x="4242910" y="3079217"/>
              <a:ext cx="665232" cy="663710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08;p38">
              <a:extLst>
                <a:ext uri="{FF2B5EF4-FFF2-40B4-BE49-F238E27FC236}">
                  <a16:creationId xmlns:a16="http://schemas.microsoft.com/office/drawing/2014/main" id="{1951513C-B33A-0934-0218-FEDDB94A4C93}"/>
                </a:ext>
              </a:extLst>
            </p:cNvPr>
            <p:cNvSpPr/>
            <p:nvPr/>
          </p:nvSpPr>
          <p:spPr>
            <a:xfrm>
              <a:off x="5241744" y="2374734"/>
              <a:ext cx="665232" cy="663710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09;p38">
              <a:extLst>
                <a:ext uri="{FF2B5EF4-FFF2-40B4-BE49-F238E27FC236}">
                  <a16:creationId xmlns:a16="http://schemas.microsoft.com/office/drawing/2014/main" id="{900CADD9-2DE1-DDD2-442F-091DF5123A7F}"/>
                </a:ext>
              </a:extLst>
            </p:cNvPr>
            <p:cNvSpPr/>
            <p:nvPr/>
          </p:nvSpPr>
          <p:spPr>
            <a:xfrm>
              <a:off x="4845310" y="1136892"/>
              <a:ext cx="665232" cy="663710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10;p38">
              <a:extLst>
                <a:ext uri="{FF2B5EF4-FFF2-40B4-BE49-F238E27FC236}">
                  <a16:creationId xmlns:a16="http://schemas.microsoft.com/office/drawing/2014/main" id="{45F33D23-7FDD-9679-2231-DBB86E93C6A1}"/>
                </a:ext>
              </a:extLst>
            </p:cNvPr>
            <p:cNvSpPr/>
            <p:nvPr/>
          </p:nvSpPr>
          <p:spPr>
            <a:xfrm>
              <a:off x="3641437" y="1136897"/>
              <a:ext cx="665232" cy="663710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2"/>
          <p:cNvSpPr txBox="1">
            <a:spLocks noGrp="1"/>
          </p:cNvSpPr>
          <p:nvPr>
            <p:ph type="title"/>
          </p:nvPr>
        </p:nvSpPr>
        <p:spPr>
          <a:xfrm>
            <a:off x="0" y="301125"/>
            <a:ext cx="9144000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REQUISITOS</a:t>
            </a:r>
            <a:endParaRPr dirty="0"/>
          </a:p>
        </p:txBody>
      </p:sp>
      <p:grpSp>
        <p:nvGrpSpPr>
          <p:cNvPr id="889" name="Google Shape;889;p32"/>
          <p:cNvGrpSpPr/>
          <p:nvPr/>
        </p:nvGrpSpPr>
        <p:grpSpPr>
          <a:xfrm>
            <a:off x="137708" y="1499987"/>
            <a:ext cx="4514589" cy="943925"/>
            <a:chOff x="2775150" y="977475"/>
            <a:chExt cx="4714955" cy="943925"/>
          </a:xfrm>
        </p:grpSpPr>
        <p:sp>
          <p:nvSpPr>
            <p:cNvPr id="890" name="Google Shape;890;p32"/>
            <p:cNvSpPr/>
            <p:nvPr/>
          </p:nvSpPr>
          <p:spPr>
            <a:xfrm>
              <a:off x="3345775" y="1123625"/>
              <a:ext cx="3682856" cy="648825"/>
            </a:xfrm>
            <a:custGeom>
              <a:avLst/>
              <a:gdLst/>
              <a:ahLst/>
              <a:cxnLst/>
              <a:rect l="l" t="t" r="r" b="b"/>
              <a:pathLst>
                <a:path w="135424" h="25953" extrusionOk="0">
                  <a:moveTo>
                    <a:pt x="1" y="0"/>
                  </a:moveTo>
                  <a:lnTo>
                    <a:pt x="1" y="13034"/>
                  </a:lnTo>
                  <a:lnTo>
                    <a:pt x="1" y="25953"/>
                  </a:lnTo>
                  <a:lnTo>
                    <a:pt x="122504" y="25953"/>
                  </a:lnTo>
                  <a:cubicBezTo>
                    <a:pt x="129626" y="25953"/>
                    <a:pt x="135423" y="20155"/>
                    <a:pt x="135423" y="13034"/>
                  </a:cubicBezTo>
                  <a:cubicBezTo>
                    <a:pt x="135423" y="5798"/>
                    <a:pt x="129626" y="0"/>
                    <a:pt x="1225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Google Shape;891;p32"/>
            <p:cNvSpPr/>
            <p:nvPr/>
          </p:nvSpPr>
          <p:spPr>
            <a:xfrm>
              <a:off x="2775150" y="977475"/>
              <a:ext cx="986650" cy="943925"/>
            </a:xfrm>
            <a:custGeom>
              <a:avLst/>
              <a:gdLst/>
              <a:ahLst/>
              <a:cxnLst/>
              <a:rect l="l" t="t" r="r" b="b"/>
              <a:pathLst>
                <a:path w="39466" h="37757" extrusionOk="0">
                  <a:moveTo>
                    <a:pt x="19219" y="3655"/>
                  </a:moveTo>
                  <a:cubicBezTo>
                    <a:pt x="20452" y="3655"/>
                    <a:pt x="21205" y="4500"/>
                    <a:pt x="22072" y="5367"/>
                  </a:cubicBezTo>
                  <a:cubicBezTo>
                    <a:pt x="23100" y="6417"/>
                    <a:pt x="24058" y="7467"/>
                    <a:pt x="25108" y="8494"/>
                  </a:cubicBezTo>
                  <a:cubicBezTo>
                    <a:pt x="27573" y="10891"/>
                    <a:pt x="30061" y="13356"/>
                    <a:pt x="32526" y="15821"/>
                  </a:cubicBezTo>
                  <a:cubicBezTo>
                    <a:pt x="33097" y="16392"/>
                    <a:pt x="33850" y="17054"/>
                    <a:pt x="34238" y="17830"/>
                  </a:cubicBezTo>
                  <a:cubicBezTo>
                    <a:pt x="34809" y="19336"/>
                    <a:pt x="33942" y="20386"/>
                    <a:pt x="33006" y="21345"/>
                  </a:cubicBezTo>
                  <a:lnTo>
                    <a:pt x="25108" y="29242"/>
                  </a:lnTo>
                  <a:cubicBezTo>
                    <a:pt x="23737" y="30614"/>
                    <a:pt x="21385" y="33932"/>
                    <a:pt x="19036" y="33932"/>
                  </a:cubicBezTo>
                  <a:cubicBezTo>
                    <a:pt x="18453" y="33932"/>
                    <a:pt x="17870" y="33727"/>
                    <a:pt x="17302" y="33237"/>
                  </a:cubicBezTo>
                  <a:lnTo>
                    <a:pt x="17302" y="33237"/>
                  </a:lnTo>
                  <a:cubicBezTo>
                    <a:pt x="17302" y="33237"/>
                    <a:pt x="17302" y="33237"/>
                    <a:pt x="17302" y="33237"/>
                  </a:cubicBezTo>
                  <a:cubicBezTo>
                    <a:pt x="13399" y="29242"/>
                    <a:pt x="9404" y="25248"/>
                    <a:pt x="5410" y="21253"/>
                  </a:cubicBezTo>
                  <a:cubicBezTo>
                    <a:pt x="4474" y="20386"/>
                    <a:pt x="3698" y="19245"/>
                    <a:pt x="4269" y="17830"/>
                  </a:cubicBezTo>
                  <a:cubicBezTo>
                    <a:pt x="4565" y="17054"/>
                    <a:pt x="5410" y="16392"/>
                    <a:pt x="6095" y="15730"/>
                  </a:cubicBezTo>
                  <a:lnTo>
                    <a:pt x="13513" y="8312"/>
                  </a:lnTo>
                  <a:cubicBezTo>
                    <a:pt x="14837" y="6988"/>
                    <a:pt x="17119" y="3655"/>
                    <a:pt x="19219" y="3655"/>
                  </a:cubicBezTo>
                  <a:close/>
                  <a:moveTo>
                    <a:pt x="19394" y="1"/>
                  </a:moveTo>
                  <a:cubicBezTo>
                    <a:pt x="17419" y="1"/>
                    <a:pt x="15471" y="962"/>
                    <a:pt x="13878" y="2605"/>
                  </a:cubicBezTo>
                  <a:cubicBezTo>
                    <a:pt x="11116" y="5367"/>
                    <a:pt x="8377" y="8129"/>
                    <a:pt x="5615" y="10891"/>
                  </a:cubicBezTo>
                  <a:cubicBezTo>
                    <a:pt x="3242" y="13265"/>
                    <a:pt x="0" y="15547"/>
                    <a:pt x="274" y="19336"/>
                  </a:cubicBezTo>
                  <a:cubicBezTo>
                    <a:pt x="571" y="23057"/>
                    <a:pt x="4657" y="25910"/>
                    <a:pt x="7122" y="28284"/>
                  </a:cubicBezTo>
                  <a:cubicBezTo>
                    <a:pt x="9545" y="30796"/>
                    <a:pt x="12033" y="33286"/>
                    <a:pt x="14459" y="35691"/>
                  </a:cubicBezTo>
                  <a:lnTo>
                    <a:pt x="14459" y="35691"/>
                  </a:lnTo>
                  <a:cubicBezTo>
                    <a:pt x="14517" y="35757"/>
                    <a:pt x="14582" y="35822"/>
                    <a:pt x="14654" y="35884"/>
                  </a:cubicBezTo>
                  <a:cubicBezTo>
                    <a:pt x="14654" y="35884"/>
                    <a:pt x="14654" y="35884"/>
                    <a:pt x="14654" y="35884"/>
                  </a:cubicBezTo>
                  <a:lnTo>
                    <a:pt x="14654" y="35884"/>
                  </a:lnTo>
                  <a:cubicBezTo>
                    <a:pt x="14744" y="35974"/>
                    <a:pt x="14836" y="36052"/>
                    <a:pt x="14930" y="36118"/>
                  </a:cubicBezTo>
                  <a:lnTo>
                    <a:pt x="14930" y="36118"/>
                  </a:lnTo>
                  <a:cubicBezTo>
                    <a:pt x="16235" y="37172"/>
                    <a:pt x="17795" y="37756"/>
                    <a:pt x="19360" y="37756"/>
                  </a:cubicBezTo>
                  <a:cubicBezTo>
                    <a:pt x="20616" y="37756"/>
                    <a:pt x="21875" y="37380"/>
                    <a:pt x="23008" y="36569"/>
                  </a:cubicBezTo>
                  <a:cubicBezTo>
                    <a:pt x="23876" y="35999"/>
                    <a:pt x="24538" y="35131"/>
                    <a:pt x="25291" y="34469"/>
                  </a:cubicBezTo>
                  <a:cubicBezTo>
                    <a:pt x="28144" y="31525"/>
                    <a:pt x="30997" y="28672"/>
                    <a:pt x="33942" y="25819"/>
                  </a:cubicBezTo>
                  <a:cubicBezTo>
                    <a:pt x="36612" y="23148"/>
                    <a:pt x="39465" y="20295"/>
                    <a:pt x="37571" y="16118"/>
                  </a:cubicBezTo>
                  <a:cubicBezTo>
                    <a:pt x="36338" y="13447"/>
                    <a:pt x="33280" y="11256"/>
                    <a:pt x="31294" y="9179"/>
                  </a:cubicBezTo>
                  <a:cubicBezTo>
                    <a:pt x="28806" y="6782"/>
                    <a:pt x="26432" y="4317"/>
                    <a:pt x="23967" y="1943"/>
                  </a:cubicBezTo>
                  <a:cubicBezTo>
                    <a:pt x="22535" y="602"/>
                    <a:pt x="20956" y="1"/>
                    <a:pt x="19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32"/>
            <p:cNvSpPr/>
            <p:nvPr/>
          </p:nvSpPr>
          <p:spPr>
            <a:xfrm>
              <a:off x="2817950" y="1022475"/>
              <a:ext cx="874800" cy="852850"/>
            </a:xfrm>
            <a:custGeom>
              <a:avLst/>
              <a:gdLst/>
              <a:ahLst/>
              <a:cxnLst/>
              <a:rect l="l" t="t" r="r" b="b"/>
              <a:pathLst>
                <a:path w="34992" h="34114" extrusionOk="0">
                  <a:moveTo>
                    <a:pt x="17530" y="1"/>
                  </a:moveTo>
                  <a:cubicBezTo>
                    <a:pt x="16355" y="1"/>
                    <a:pt x="15168" y="429"/>
                    <a:pt x="14266" y="1285"/>
                  </a:cubicBezTo>
                  <a:lnTo>
                    <a:pt x="1803" y="13838"/>
                  </a:lnTo>
                  <a:cubicBezTo>
                    <a:pt x="0" y="15550"/>
                    <a:pt x="0" y="18495"/>
                    <a:pt x="1803" y="20298"/>
                  </a:cubicBezTo>
                  <a:lnTo>
                    <a:pt x="14266" y="32761"/>
                  </a:lnTo>
                  <a:cubicBezTo>
                    <a:pt x="15168" y="33662"/>
                    <a:pt x="16355" y="34113"/>
                    <a:pt x="17530" y="34113"/>
                  </a:cubicBezTo>
                  <a:cubicBezTo>
                    <a:pt x="18706" y="34113"/>
                    <a:pt x="19870" y="33662"/>
                    <a:pt x="20726" y="32761"/>
                  </a:cubicBezTo>
                  <a:lnTo>
                    <a:pt x="33280" y="20298"/>
                  </a:lnTo>
                  <a:cubicBezTo>
                    <a:pt x="34991" y="18495"/>
                    <a:pt x="34991" y="15550"/>
                    <a:pt x="33280" y="13838"/>
                  </a:cubicBezTo>
                  <a:lnTo>
                    <a:pt x="20726" y="1285"/>
                  </a:lnTo>
                  <a:cubicBezTo>
                    <a:pt x="19870" y="429"/>
                    <a:pt x="18706" y="1"/>
                    <a:pt x="17530" y="1"/>
                  </a:cubicBezTo>
                  <a:close/>
                </a:path>
              </a:pathLst>
            </a:custGeom>
            <a:solidFill>
              <a:srgbClr val="03C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RF1</a:t>
              </a:r>
              <a:endParaRPr sz="22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93" name="Google Shape;893;p32"/>
            <p:cNvSpPr/>
            <p:nvPr/>
          </p:nvSpPr>
          <p:spPr>
            <a:xfrm>
              <a:off x="3462252" y="1182837"/>
              <a:ext cx="4027853" cy="530400"/>
            </a:xfrm>
            <a:custGeom>
              <a:avLst/>
              <a:gdLst/>
              <a:ahLst/>
              <a:cxnLst/>
              <a:rect l="l" t="t" r="r" b="b"/>
              <a:pathLst>
                <a:path w="80333" h="27766" extrusionOk="0">
                  <a:moveTo>
                    <a:pt x="1" y="0"/>
                  </a:moveTo>
                  <a:lnTo>
                    <a:pt x="1" y="27766"/>
                  </a:lnTo>
                  <a:lnTo>
                    <a:pt x="80332" y="27766"/>
                  </a:lnTo>
                  <a:lnTo>
                    <a:pt x="80332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57200" tIns="91425" rIns="45720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pt-BR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O sistema deve permitir o cadastro de usuários com nome, e-mail e senha.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95" name="Google Shape;895;p32"/>
          <p:cNvGrpSpPr/>
          <p:nvPr/>
        </p:nvGrpSpPr>
        <p:grpSpPr>
          <a:xfrm>
            <a:off x="144410" y="2200137"/>
            <a:ext cx="4206659" cy="945000"/>
            <a:chOff x="2782000" y="1670750"/>
            <a:chExt cx="4393360" cy="945000"/>
          </a:xfrm>
        </p:grpSpPr>
        <p:sp>
          <p:nvSpPr>
            <p:cNvPr id="896" name="Google Shape;896;p32"/>
            <p:cNvSpPr/>
            <p:nvPr/>
          </p:nvSpPr>
          <p:spPr>
            <a:xfrm>
              <a:off x="3215100" y="1817500"/>
              <a:ext cx="3813400" cy="649425"/>
            </a:xfrm>
            <a:custGeom>
              <a:avLst/>
              <a:gdLst/>
              <a:ahLst/>
              <a:cxnLst/>
              <a:rect l="l" t="t" r="r" b="b"/>
              <a:pathLst>
                <a:path w="140651" h="25977" extrusionOk="0">
                  <a:moveTo>
                    <a:pt x="1" y="1"/>
                  </a:moveTo>
                  <a:lnTo>
                    <a:pt x="1" y="25976"/>
                  </a:lnTo>
                  <a:lnTo>
                    <a:pt x="128964" y="25976"/>
                  </a:lnTo>
                  <a:cubicBezTo>
                    <a:pt x="135423" y="25976"/>
                    <a:pt x="140650" y="20749"/>
                    <a:pt x="140650" y="14267"/>
                  </a:cubicBezTo>
                  <a:lnTo>
                    <a:pt x="140650" y="11710"/>
                  </a:lnTo>
                  <a:cubicBezTo>
                    <a:pt x="140650" y="5251"/>
                    <a:pt x="135423" y="1"/>
                    <a:pt x="1289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2"/>
            <p:cNvSpPr/>
            <p:nvPr/>
          </p:nvSpPr>
          <p:spPr>
            <a:xfrm>
              <a:off x="2782000" y="1670750"/>
              <a:ext cx="987200" cy="945000"/>
            </a:xfrm>
            <a:custGeom>
              <a:avLst/>
              <a:gdLst/>
              <a:ahLst/>
              <a:cxnLst/>
              <a:rect l="l" t="t" r="r" b="b"/>
              <a:pathLst>
                <a:path w="39488" h="37800" extrusionOk="0">
                  <a:moveTo>
                    <a:pt x="19219" y="3703"/>
                  </a:moveTo>
                  <a:cubicBezTo>
                    <a:pt x="20452" y="3703"/>
                    <a:pt x="21228" y="4547"/>
                    <a:pt x="21981" y="5414"/>
                  </a:cubicBezTo>
                  <a:cubicBezTo>
                    <a:pt x="23031" y="6442"/>
                    <a:pt x="24081" y="7400"/>
                    <a:pt x="25108" y="8450"/>
                  </a:cubicBezTo>
                  <a:cubicBezTo>
                    <a:pt x="27505" y="10915"/>
                    <a:pt x="29970" y="13403"/>
                    <a:pt x="32435" y="15868"/>
                  </a:cubicBezTo>
                  <a:cubicBezTo>
                    <a:pt x="33006" y="16439"/>
                    <a:pt x="33873" y="17101"/>
                    <a:pt x="34147" y="17854"/>
                  </a:cubicBezTo>
                  <a:cubicBezTo>
                    <a:pt x="34718" y="19292"/>
                    <a:pt x="33873" y="20433"/>
                    <a:pt x="32914" y="21392"/>
                  </a:cubicBezTo>
                  <a:lnTo>
                    <a:pt x="25108" y="29176"/>
                  </a:lnTo>
                  <a:cubicBezTo>
                    <a:pt x="23664" y="30619"/>
                    <a:pt x="21314" y="33965"/>
                    <a:pt x="19016" y="33965"/>
                  </a:cubicBezTo>
                  <a:cubicBezTo>
                    <a:pt x="18444" y="33965"/>
                    <a:pt x="17875" y="33757"/>
                    <a:pt x="17325" y="33261"/>
                  </a:cubicBezTo>
                  <a:lnTo>
                    <a:pt x="17325" y="33261"/>
                  </a:lnTo>
                  <a:cubicBezTo>
                    <a:pt x="17325" y="33261"/>
                    <a:pt x="17325" y="33261"/>
                    <a:pt x="17325" y="33261"/>
                  </a:cubicBezTo>
                  <a:lnTo>
                    <a:pt x="5341" y="21278"/>
                  </a:lnTo>
                  <a:cubicBezTo>
                    <a:pt x="4474" y="20342"/>
                    <a:pt x="3629" y="19292"/>
                    <a:pt x="4200" y="17854"/>
                  </a:cubicBezTo>
                  <a:cubicBezTo>
                    <a:pt x="4565" y="17010"/>
                    <a:pt x="5433" y="16348"/>
                    <a:pt x="6003" y="15777"/>
                  </a:cubicBezTo>
                  <a:lnTo>
                    <a:pt x="13421" y="8359"/>
                  </a:lnTo>
                  <a:cubicBezTo>
                    <a:pt x="14745" y="7012"/>
                    <a:pt x="17028" y="3703"/>
                    <a:pt x="19219" y="3703"/>
                  </a:cubicBezTo>
                  <a:close/>
                  <a:moveTo>
                    <a:pt x="19386" y="1"/>
                  </a:moveTo>
                  <a:cubicBezTo>
                    <a:pt x="17419" y="1"/>
                    <a:pt x="15463" y="999"/>
                    <a:pt x="13810" y="2653"/>
                  </a:cubicBezTo>
                  <a:cubicBezTo>
                    <a:pt x="11048" y="5414"/>
                    <a:pt x="8286" y="8153"/>
                    <a:pt x="5524" y="10915"/>
                  </a:cubicBezTo>
                  <a:cubicBezTo>
                    <a:pt x="3150" y="13289"/>
                    <a:pt x="0" y="15572"/>
                    <a:pt x="297" y="19384"/>
                  </a:cubicBezTo>
                  <a:cubicBezTo>
                    <a:pt x="571" y="22990"/>
                    <a:pt x="4679" y="25957"/>
                    <a:pt x="7053" y="28331"/>
                  </a:cubicBezTo>
                  <a:cubicBezTo>
                    <a:pt x="9439" y="30805"/>
                    <a:pt x="11931" y="33215"/>
                    <a:pt x="14407" y="35685"/>
                  </a:cubicBezTo>
                  <a:lnTo>
                    <a:pt x="14407" y="35685"/>
                  </a:lnTo>
                  <a:cubicBezTo>
                    <a:pt x="14478" y="35769"/>
                    <a:pt x="14560" y="35852"/>
                    <a:pt x="14654" y="35932"/>
                  </a:cubicBezTo>
                  <a:cubicBezTo>
                    <a:pt x="14654" y="35932"/>
                    <a:pt x="14654" y="35932"/>
                    <a:pt x="14654" y="35932"/>
                  </a:cubicBezTo>
                  <a:lnTo>
                    <a:pt x="14654" y="35932"/>
                  </a:lnTo>
                  <a:cubicBezTo>
                    <a:pt x="14719" y="35997"/>
                    <a:pt x="14785" y="36055"/>
                    <a:pt x="14852" y="36108"/>
                  </a:cubicBezTo>
                  <a:lnTo>
                    <a:pt x="14852" y="36108"/>
                  </a:lnTo>
                  <a:cubicBezTo>
                    <a:pt x="16123" y="37194"/>
                    <a:pt x="17711" y="37799"/>
                    <a:pt x="19302" y="37799"/>
                  </a:cubicBezTo>
                  <a:cubicBezTo>
                    <a:pt x="20566" y="37799"/>
                    <a:pt x="21831" y="37418"/>
                    <a:pt x="22940" y="36594"/>
                  </a:cubicBezTo>
                  <a:cubicBezTo>
                    <a:pt x="23784" y="35932"/>
                    <a:pt x="24537" y="35179"/>
                    <a:pt x="25222" y="34403"/>
                  </a:cubicBezTo>
                  <a:cubicBezTo>
                    <a:pt x="28167" y="31549"/>
                    <a:pt x="31020" y="28696"/>
                    <a:pt x="33873" y="25752"/>
                  </a:cubicBezTo>
                  <a:cubicBezTo>
                    <a:pt x="36521" y="23195"/>
                    <a:pt x="39488" y="20342"/>
                    <a:pt x="37571" y="16142"/>
                  </a:cubicBezTo>
                  <a:cubicBezTo>
                    <a:pt x="36338" y="13495"/>
                    <a:pt x="33211" y="11303"/>
                    <a:pt x="31202" y="9203"/>
                  </a:cubicBezTo>
                  <a:cubicBezTo>
                    <a:pt x="28737" y="6830"/>
                    <a:pt x="26363" y="4273"/>
                    <a:pt x="23875" y="1991"/>
                  </a:cubicBezTo>
                  <a:cubicBezTo>
                    <a:pt x="22464" y="610"/>
                    <a:pt x="20922" y="1"/>
                    <a:pt x="193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2"/>
            <p:cNvSpPr/>
            <p:nvPr/>
          </p:nvSpPr>
          <p:spPr>
            <a:xfrm>
              <a:off x="2824800" y="1714800"/>
              <a:ext cx="875375" cy="853250"/>
            </a:xfrm>
            <a:custGeom>
              <a:avLst/>
              <a:gdLst/>
              <a:ahLst/>
              <a:cxnLst/>
              <a:rect l="l" t="t" r="r" b="b"/>
              <a:pathLst>
                <a:path w="35015" h="34130" extrusionOk="0">
                  <a:moveTo>
                    <a:pt x="17473" y="0"/>
                  </a:moveTo>
                  <a:cubicBezTo>
                    <a:pt x="16292" y="0"/>
                    <a:pt x="15122" y="457"/>
                    <a:pt x="14266" y="1370"/>
                  </a:cubicBezTo>
                  <a:lnTo>
                    <a:pt x="1712" y="13810"/>
                  </a:lnTo>
                  <a:cubicBezTo>
                    <a:pt x="0" y="15636"/>
                    <a:pt x="0" y="18580"/>
                    <a:pt x="1712" y="20292"/>
                  </a:cubicBezTo>
                  <a:lnTo>
                    <a:pt x="14266" y="32846"/>
                  </a:lnTo>
                  <a:cubicBezTo>
                    <a:pt x="15122" y="33702"/>
                    <a:pt x="16292" y="34130"/>
                    <a:pt x="17473" y="34130"/>
                  </a:cubicBezTo>
                  <a:cubicBezTo>
                    <a:pt x="18654" y="34130"/>
                    <a:pt x="19847" y="33702"/>
                    <a:pt x="20748" y="32846"/>
                  </a:cubicBezTo>
                  <a:lnTo>
                    <a:pt x="33211" y="20292"/>
                  </a:lnTo>
                  <a:cubicBezTo>
                    <a:pt x="35014" y="18580"/>
                    <a:pt x="35014" y="15636"/>
                    <a:pt x="33211" y="13810"/>
                  </a:cubicBezTo>
                  <a:lnTo>
                    <a:pt x="20748" y="1370"/>
                  </a:lnTo>
                  <a:cubicBezTo>
                    <a:pt x="19847" y="457"/>
                    <a:pt x="18654" y="0"/>
                    <a:pt x="17473" y="0"/>
                  </a:cubicBezTo>
                  <a:close/>
                </a:path>
              </a:pathLst>
            </a:custGeom>
            <a:solidFill>
              <a:srgbClr val="2B85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RF2</a:t>
              </a:r>
              <a:endParaRPr sz="22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899" name="Google Shape;899;p32"/>
            <p:cNvSpPr/>
            <p:nvPr/>
          </p:nvSpPr>
          <p:spPr>
            <a:xfrm>
              <a:off x="3462252" y="1877012"/>
              <a:ext cx="3713108" cy="530400"/>
            </a:xfrm>
            <a:custGeom>
              <a:avLst/>
              <a:gdLst/>
              <a:ahLst/>
              <a:cxnLst/>
              <a:rect l="l" t="t" r="r" b="b"/>
              <a:pathLst>
                <a:path w="80333" h="27766" extrusionOk="0">
                  <a:moveTo>
                    <a:pt x="1" y="0"/>
                  </a:moveTo>
                  <a:lnTo>
                    <a:pt x="1" y="27766"/>
                  </a:lnTo>
                  <a:lnTo>
                    <a:pt x="80332" y="27766"/>
                  </a:lnTo>
                  <a:lnTo>
                    <a:pt x="80332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57200" tIns="91425" rIns="45720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O sistema deve permitir login (autenticação) mediante e-mail e senha.</a:t>
              </a:r>
              <a:endParaRPr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932" name="Google Shape;889;p32">
            <a:extLst>
              <a:ext uri="{FF2B5EF4-FFF2-40B4-BE49-F238E27FC236}">
                <a16:creationId xmlns:a16="http://schemas.microsoft.com/office/drawing/2014/main" id="{B9A3DA3E-ADDC-8FAD-11D7-7ECED6804670}"/>
              </a:ext>
            </a:extLst>
          </p:cNvPr>
          <p:cNvGrpSpPr/>
          <p:nvPr/>
        </p:nvGrpSpPr>
        <p:grpSpPr>
          <a:xfrm>
            <a:off x="4813491" y="1476559"/>
            <a:ext cx="4047460" cy="943925"/>
            <a:chOff x="2775150" y="977475"/>
            <a:chExt cx="4227094" cy="943925"/>
          </a:xfrm>
        </p:grpSpPr>
        <p:sp>
          <p:nvSpPr>
            <p:cNvPr id="933" name="Google Shape;890;p32">
              <a:extLst>
                <a:ext uri="{FF2B5EF4-FFF2-40B4-BE49-F238E27FC236}">
                  <a16:creationId xmlns:a16="http://schemas.microsoft.com/office/drawing/2014/main" id="{82623597-9810-073F-C1A2-4F4DE7C97C4C}"/>
                </a:ext>
              </a:extLst>
            </p:cNvPr>
            <p:cNvSpPr/>
            <p:nvPr/>
          </p:nvSpPr>
          <p:spPr>
            <a:xfrm>
              <a:off x="3319388" y="1104866"/>
              <a:ext cx="3682856" cy="648825"/>
            </a:xfrm>
            <a:custGeom>
              <a:avLst/>
              <a:gdLst/>
              <a:ahLst/>
              <a:cxnLst/>
              <a:rect l="l" t="t" r="r" b="b"/>
              <a:pathLst>
                <a:path w="135424" h="25953" extrusionOk="0">
                  <a:moveTo>
                    <a:pt x="1" y="0"/>
                  </a:moveTo>
                  <a:lnTo>
                    <a:pt x="1" y="13034"/>
                  </a:lnTo>
                  <a:lnTo>
                    <a:pt x="1" y="25953"/>
                  </a:lnTo>
                  <a:lnTo>
                    <a:pt x="122504" y="25953"/>
                  </a:lnTo>
                  <a:cubicBezTo>
                    <a:pt x="129626" y="25953"/>
                    <a:pt x="135423" y="20155"/>
                    <a:pt x="135423" y="13034"/>
                  </a:cubicBezTo>
                  <a:cubicBezTo>
                    <a:pt x="135423" y="5798"/>
                    <a:pt x="129626" y="0"/>
                    <a:pt x="12250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891;p32">
              <a:extLst>
                <a:ext uri="{FF2B5EF4-FFF2-40B4-BE49-F238E27FC236}">
                  <a16:creationId xmlns:a16="http://schemas.microsoft.com/office/drawing/2014/main" id="{E4DADE94-71B0-81BB-5E9A-5B7AB5C803B5}"/>
                </a:ext>
              </a:extLst>
            </p:cNvPr>
            <p:cNvSpPr/>
            <p:nvPr/>
          </p:nvSpPr>
          <p:spPr>
            <a:xfrm>
              <a:off x="2775150" y="977475"/>
              <a:ext cx="986650" cy="943925"/>
            </a:xfrm>
            <a:custGeom>
              <a:avLst/>
              <a:gdLst/>
              <a:ahLst/>
              <a:cxnLst/>
              <a:rect l="l" t="t" r="r" b="b"/>
              <a:pathLst>
                <a:path w="39466" h="37757" extrusionOk="0">
                  <a:moveTo>
                    <a:pt x="19219" y="3655"/>
                  </a:moveTo>
                  <a:cubicBezTo>
                    <a:pt x="20452" y="3655"/>
                    <a:pt x="21205" y="4500"/>
                    <a:pt x="22072" y="5367"/>
                  </a:cubicBezTo>
                  <a:cubicBezTo>
                    <a:pt x="23100" y="6417"/>
                    <a:pt x="24058" y="7467"/>
                    <a:pt x="25108" y="8494"/>
                  </a:cubicBezTo>
                  <a:cubicBezTo>
                    <a:pt x="27573" y="10891"/>
                    <a:pt x="30061" y="13356"/>
                    <a:pt x="32526" y="15821"/>
                  </a:cubicBezTo>
                  <a:cubicBezTo>
                    <a:pt x="33097" y="16392"/>
                    <a:pt x="33850" y="17054"/>
                    <a:pt x="34238" y="17830"/>
                  </a:cubicBezTo>
                  <a:cubicBezTo>
                    <a:pt x="34809" y="19336"/>
                    <a:pt x="33942" y="20386"/>
                    <a:pt x="33006" y="21345"/>
                  </a:cubicBezTo>
                  <a:lnTo>
                    <a:pt x="25108" y="29242"/>
                  </a:lnTo>
                  <a:cubicBezTo>
                    <a:pt x="23737" y="30614"/>
                    <a:pt x="21385" y="33932"/>
                    <a:pt x="19036" y="33932"/>
                  </a:cubicBezTo>
                  <a:cubicBezTo>
                    <a:pt x="18453" y="33932"/>
                    <a:pt x="17870" y="33727"/>
                    <a:pt x="17302" y="33237"/>
                  </a:cubicBezTo>
                  <a:lnTo>
                    <a:pt x="17302" y="33237"/>
                  </a:lnTo>
                  <a:cubicBezTo>
                    <a:pt x="17302" y="33237"/>
                    <a:pt x="17302" y="33237"/>
                    <a:pt x="17302" y="33237"/>
                  </a:cubicBezTo>
                  <a:cubicBezTo>
                    <a:pt x="13399" y="29242"/>
                    <a:pt x="9404" y="25248"/>
                    <a:pt x="5410" y="21253"/>
                  </a:cubicBezTo>
                  <a:cubicBezTo>
                    <a:pt x="4474" y="20386"/>
                    <a:pt x="3698" y="19245"/>
                    <a:pt x="4269" y="17830"/>
                  </a:cubicBezTo>
                  <a:cubicBezTo>
                    <a:pt x="4565" y="17054"/>
                    <a:pt x="5410" y="16392"/>
                    <a:pt x="6095" y="15730"/>
                  </a:cubicBezTo>
                  <a:lnTo>
                    <a:pt x="13513" y="8312"/>
                  </a:lnTo>
                  <a:cubicBezTo>
                    <a:pt x="14837" y="6988"/>
                    <a:pt x="17119" y="3655"/>
                    <a:pt x="19219" y="3655"/>
                  </a:cubicBezTo>
                  <a:close/>
                  <a:moveTo>
                    <a:pt x="19394" y="1"/>
                  </a:moveTo>
                  <a:cubicBezTo>
                    <a:pt x="17419" y="1"/>
                    <a:pt x="15471" y="962"/>
                    <a:pt x="13878" y="2605"/>
                  </a:cubicBezTo>
                  <a:cubicBezTo>
                    <a:pt x="11116" y="5367"/>
                    <a:pt x="8377" y="8129"/>
                    <a:pt x="5615" y="10891"/>
                  </a:cubicBezTo>
                  <a:cubicBezTo>
                    <a:pt x="3242" y="13265"/>
                    <a:pt x="0" y="15547"/>
                    <a:pt x="274" y="19336"/>
                  </a:cubicBezTo>
                  <a:cubicBezTo>
                    <a:pt x="571" y="23057"/>
                    <a:pt x="4657" y="25910"/>
                    <a:pt x="7122" y="28284"/>
                  </a:cubicBezTo>
                  <a:cubicBezTo>
                    <a:pt x="9545" y="30796"/>
                    <a:pt x="12033" y="33286"/>
                    <a:pt x="14459" y="35691"/>
                  </a:cubicBezTo>
                  <a:lnTo>
                    <a:pt x="14459" y="35691"/>
                  </a:lnTo>
                  <a:cubicBezTo>
                    <a:pt x="14517" y="35757"/>
                    <a:pt x="14582" y="35822"/>
                    <a:pt x="14654" y="35884"/>
                  </a:cubicBezTo>
                  <a:cubicBezTo>
                    <a:pt x="14654" y="35884"/>
                    <a:pt x="14654" y="35884"/>
                    <a:pt x="14654" y="35884"/>
                  </a:cubicBezTo>
                  <a:lnTo>
                    <a:pt x="14654" y="35884"/>
                  </a:lnTo>
                  <a:cubicBezTo>
                    <a:pt x="14744" y="35974"/>
                    <a:pt x="14836" y="36052"/>
                    <a:pt x="14930" y="36118"/>
                  </a:cubicBezTo>
                  <a:lnTo>
                    <a:pt x="14930" y="36118"/>
                  </a:lnTo>
                  <a:cubicBezTo>
                    <a:pt x="16235" y="37172"/>
                    <a:pt x="17795" y="37756"/>
                    <a:pt x="19360" y="37756"/>
                  </a:cubicBezTo>
                  <a:cubicBezTo>
                    <a:pt x="20616" y="37756"/>
                    <a:pt x="21875" y="37380"/>
                    <a:pt x="23008" y="36569"/>
                  </a:cubicBezTo>
                  <a:cubicBezTo>
                    <a:pt x="23876" y="35999"/>
                    <a:pt x="24538" y="35131"/>
                    <a:pt x="25291" y="34469"/>
                  </a:cubicBezTo>
                  <a:cubicBezTo>
                    <a:pt x="28144" y="31525"/>
                    <a:pt x="30997" y="28672"/>
                    <a:pt x="33942" y="25819"/>
                  </a:cubicBezTo>
                  <a:cubicBezTo>
                    <a:pt x="36612" y="23148"/>
                    <a:pt x="39465" y="20295"/>
                    <a:pt x="37571" y="16118"/>
                  </a:cubicBezTo>
                  <a:cubicBezTo>
                    <a:pt x="36338" y="13447"/>
                    <a:pt x="33280" y="11256"/>
                    <a:pt x="31294" y="9179"/>
                  </a:cubicBezTo>
                  <a:cubicBezTo>
                    <a:pt x="28806" y="6782"/>
                    <a:pt x="26432" y="4317"/>
                    <a:pt x="23967" y="1943"/>
                  </a:cubicBezTo>
                  <a:cubicBezTo>
                    <a:pt x="22535" y="602"/>
                    <a:pt x="20956" y="1"/>
                    <a:pt x="193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892;p32">
              <a:extLst>
                <a:ext uri="{FF2B5EF4-FFF2-40B4-BE49-F238E27FC236}">
                  <a16:creationId xmlns:a16="http://schemas.microsoft.com/office/drawing/2014/main" id="{54130AAB-EF58-2D55-9109-237EBBF65C32}"/>
                </a:ext>
              </a:extLst>
            </p:cNvPr>
            <p:cNvSpPr/>
            <p:nvPr/>
          </p:nvSpPr>
          <p:spPr>
            <a:xfrm>
              <a:off x="2817950" y="1022475"/>
              <a:ext cx="874800" cy="852850"/>
            </a:xfrm>
            <a:custGeom>
              <a:avLst/>
              <a:gdLst/>
              <a:ahLst/>
              <a:cxnLst/>
              <a:rect l="l" t="t" r="r" b="b"/>
              <a:pathLst>
                <a:path w="34992" h="34114" extrusionOk="0">
                  <a:moveTo>
                    <a:pt x="17530" y="1"/>
                  </a:moveTo>
                  <a:cubicBezTo>
                    <a:pt x="16355" y="1"/>
                    <a:pt x="15168" y="429"/>
                    <a:pt x="14266" y="1285"/>
                  </a:cubicBezTo>
                  <a:lnTo>
                    <a:pt x="1803" y="13838"/>
                  </a:lnTo>
                  <a:cubicBezTo>
                    <a:pt x="0" y="15550"/>
                    <a:pt x="0" y="18495"/>
                    <a:pt x="1803" y="20298"/>
                  </a:cubicBezTo>
                  <a:lnTo>
                    <a:pt x="14266" y="32761"/>
                  </a:lnTo>
                  <a:cubicBezTo>
                    <a:pt x="15168" y="33662"/>
                    <a:pt x="16355" y="34113"/>
                    <a:pt x="17530" y="34113"/>
                  </a:cubicBezTo>
                  <a:cubicBezTo>
                    <a:pt x="18706" y="34113"/>
                    <a:pt x="19870" y="33662"/>
                    <a:pt x="20726" y="32761"/>
                  </a:cubicBezTo>
                  <a:lnTo>
                    <a:pt x="33280" y="20298"/>
                  </a:lnTo>
                  <a:cubicBezTo>
                    <a:pt x="34991" y="18495"/>
                    <a:pt x="34991" y="15550"/>
                    <a:pt x="33280" y="13838"/>
                  </a:cubicBezTo>
                  <a:lnTo>
                    <a:pt x="20726" y="1285"/>
                  </a:lnTo>
                  <a:cubicBezTo>
                    <a:pt x="19870" y="429"/>
                    <a:pt x="18706" y="1"/>
                    <a:pt x="17530" y="1"/>
                  </a:cubicBezTo>
                  <a:close/>
                </a:path>
              </a:pathLst>
            </a:custGeom>
            <a:solidFill>
              <a:srgbClr val="03C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RNF1</a:t>
              </a:r>
              <a:endParaRPr sz="22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36" name="Google Shape;893;p32">
              <a:extLst>
                <a:ext uri="{FF2B5EF4-FFF2-40B4-BE49-F238E27FC236}">
                  <a16:creationId xmlns:a16="http://schemas.microsoft.com/office/drawing/2014/main" id="{B1443F01-B16A-BA7F-59F7-C7134A83D1B8}"/>
                </a:ext>
              </a:extLst>
            </p:cNvPr>
            <p:cNvSpPr/>
            <p:nvPr/>
          </p:nvSpPr>
          <p:spPr>
            <a:xfrm>
              <a:off x="3462252" y="1182837"/>
              <a:ext cx="3449901" cy="530400"/>
            </a:xfrm>
            <a:custGeom>
              <a:avLst/>
              <a:gdLst/>
              <a:ahLst/>
              <a:cxnLst/>
              <a:rect l="l" t="t" r="r" b="b"/>
              <a:pathLst>
                <a:path w="80333" h="27766" extrusionOk="0">
                  <a:moveTo>
                    <a:pt x="1" y="0"/>
                  </a:moveTo>
                  <a:lnTo>
                    <a:pt x="1" y="27766"/>
                  </a:lnTo>
                  <a:lnTo>
                    <a:pt x="80332" y="27766"/>
                  </a:lnTo>
                  <a:lnTo>
                    <a:pt x="80332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57200" tIns="91425" rIns="45720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pt-BR" sz="12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Mensagens de erro devem ser compreensíveis para facilitar o uso e suporte.</a:t>
              </a:r>
              <a:endParaRPr sz="12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grpSp>
        <p:nvGrpSpPr>
          <p:cNvPr id="937" name="Google Shape;895;p32">
            <a:extLst>
              <a:ext uri="{FF2B5EF4-FFF2-40B4-BE49-F238E27FC236}">
                <a16:creationId xmlns:a16="http://schemas.microsoft.com/office/drawing/2014/main" id="{E111F95F-9568-5DEE-D17C-2D8BDA9099E1}"/>
              </a:ext>
            </a:extLst>
          </p:cNvPr>
          <p:cNvGrpSpPr/>
          <p:nvPr/>
        </p:nvGrpSpPr>
        <p:grpSpPr>
          <a:xfrm>
            <a:off x="4799634" y="2168121"/>
            <a:ext cx="4158975" cy="945000"/>
            <a:chOff x="2782000" y="1670750"/>
            <a:chExt cx="4343560" cy="945000"/>
          </a:xfrm>
        </p:grpSpPr>
        <p:sp>
          <p:nvSpPr>
            <p:cNvPr id="938" name="Google Shape;896;p32">
              <a:extLst>
                <a:ext uri="{FF2B5EF4-FFF2-40B4-BE49-F238E27FC236}">
                  <a16:creationId xmlns:a16="http://schemas.microsoft.com/office/drawing/2014/main" id="{C15FC74B-917E-C364-D05E-6FBBA1D765DA}"/>
                </a:ext>
              </a:extLst>
            </p:cNvPr>
            <p:cNvSpPr/>
            <p:nvPr/>
          </p:nvSpPr>
          <p:spPr>
            <a:xfrm>
              <a:off x="3215100" y="1817500"/>
              <a:ext cx="3813400" cy="649425"/>
            </a:xfrm>
            <a:custGeom>
              <a:avLst/>
              <a:gdLst/>
              <a:ahLst/>
              <a:cxnLst/>
              <a:rect l="l" t="t" r="r" b="b"/>
              <a:pathLst>
                <a:path w="140651" h="25977" extrusionOk="0">
                  <a:moveTo>
                    <a:pt x="1" y="1"/>
                  </a:moveTo>
                  <a:lnTo>
                    <a:pt x="1" y="25976"/>
                  </a:lnTo>
                  <a:lnTo>
                    <a:pt x="128964" y="25976"/>
                  </a:lnTo>
                  <a:cubicBezTo>
                    <a:pt x="135423" y="25976"/>
                    <a:pt x="140650" y="20749"/>
                    <a:pt x="140650" y="14267"/>
                  </a:cubicBezTo>
                  <a:lnTo>
                    <a:pt x="140650" y="11710"/>
                  </a:lnTo>
                  <a:cubicBezTo>
                    <a:pt x="140650" y="5251"/>
                    <a:pt x="135423" y="1"/>
                    <a:pt x="12896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897;p32">
              <a:extLst>
                <a:ext uri="{FF2B5EF4-FFF2-40B4-BE49-F238E27FC236}">
                  <a16:creationId xmlns:a16="http://schemas.microsoft.com/office/drawing/2014/main" id="{8FECD849-42DC-BA54-B8D2-4295BE9874B0}"/>
                </a:ext>
              </a:extLst>
            </p:cNvPr>
            <p:cNvSpPr/>
            <p:nvPr/>
          </p:nvSpPr>
          <p:spPr>
            <a:xfrm>
              <a:off x="2782000" y="1670750"/>
              <a:ext cx="987200" cy="945000"/>
            </a:xfrm>
            <a:custGeom>
              <a:avLst/>
              <a:gdLst/>
              <a:ahLst/>
              <a:cxnLst/>
              <a:rect l="l" t="t" r="r" b="b"/>
              <a:pathLst>
                <a:path w="39488" h="37800" extrusionOk="0">
                  <a:moveTo>
                    <a:pt x="19219" y="3703"/>
                  </a:moveTo>
                  <a:cubicBezTo>
                    <a:pt x="20452" y="3703"/>
                    <a:pt x="21228" y="4547"/>
                    <a:pt x="21981" y="5414"/>
                  </a:cubicBezTo>
                  <a:cubicBezTo>
                    <a:pt x="23031" y="6442"/>
                    <a:pt x="24081" y="7400"/>
                    <a:pt x="25108" y="8450"/>
                  </a:cubicBezTo>
                  <a:cubicBezTo>
                    <a:pt x="27505" y="10915"/>
                    <a:pt x="29970" y="13403"/>
                    <a:pt x="32435" y="15868"/>
                  </a:cubicBezTo>
                  <a:cubicBezTo>
                    <a:pt x="33006" y="16439"/>
                    <a:pt x="33873" y="17101"/>
                    <a:pt x="34147" y="17854"/>
                  </a:cubicBezTo>
                  <a:cubicBezTo>
                    <a:pt x="34718" y="19292"/>
                    <a:pt x="33873" y="20433"/>
                    <a:pt x="32914" y="21392"/>
                  </a:cubicBezTo>
                  <a:lnTo>
                    <a:pt x="25108" y="29176"/>
                  </a:lnTo>
                  <a:cubicBezTo>
                    <a:pt x="23664" y="30619"/>
                    <a:pt x="21314" y="33965"/>
                    <a:pt x="19016" y="33965"/>
                  </a:cubicBezTo>
                  <a:cubicBezTo>
                    <a:pt x="18444" y="33965"/>
                    <a:pt x="17875" y="33757"/>
                    <a:pt x="17325" y="33261"/>
                  </a:cubicBezTo>
                  <a:lnTo>
                    <a:pt x="17325" y="33261"/>
                  </a:lnTo>
                  <a:cubicBezTo>
                    <a:pt x="17325" y="33261"/>
                    <a:pt x="17325" y="33261"/>
                    <a:pt x="17325" y="33261"/>
                  </a:cubicBezTo>
                  <a:lnTo>
                    <a:pt x="5341" y="21278"/>
                  </a:lnTo>
                  <a:cubicBezTo>
                    <a:pt x="4474" y="20342"/>
                    <a:pt x="3629" y="19292"/>
                    <a:pt x="4200" y="17854"/>
                  </a:cubicBezTo>
                  <a:cubicBezTo>
                    <a:pt x="4565" y="17010"/>
                    <a:pt x="5433" y="16348"/>
                    <a:pt x="6003" y="15777"/>
                  </a:cubicBezTo>
                  <a:lnTo>
                    <a:pt x="13421" y="8359"/>
                  </a:lnTo>
                  <a:cubicBezTo>
                    <a:pt x="14745" y="7012"/>
                    <a:pt x="17028" y="3703"/>
                    <a:pt x="19219" y="3703"/>
                  </a:cubicBezTo>
                  <a:close/>
                  <a:moveTo>
                    <a:pt x="19386" y="1"/>
                  </a:moveTo>
                  <a:cubicBezTo>
                    <a:pt x="17419" y="1"/>
                    <a:pt x="15463" y="999"/>
                    <a:pt x="13810" y="2653"/>
                  </a:cubicBezTo>
                  <a:cubicBezTo>
                    <a:pt x="11048" y="5414"/>
                    <a:pt x="8286" y="8153"/>
                    <a:pt x="5524" y="10915"/>
                  </a:cubicBezTo>
                  <a:cubicBezTo>
                    <a:pt x="3150" y="13289"/>
                    <a:pt x="0" y="15572"/>
                    <a:pt x="297" y="19384"/>
                  </a:cubicBezTo>
                  <a:cubicBezTo>
                    <a:pt x="571" y="22990"/>
                    <a:pt x="4679" y="25957"/>
                    <a:pt x="7053" y="28331"/>
                  </a:cubicBezTo>
                  <a:cubicBezTo>
                    <a:pt x="9439" y="30805"/>
                    <a:pt x="11931" y="33215"/>
                    <a:pt x="14407" y="35685"/>
                  </a:cubicBezTo>
                  <a:lnTo>
                    <a:pt x="14407" y="35685"/>
                  </a:lnTo>
                  <a:cubicBezTo>
                    <a:pt x="14478" y="35769"/>
                    <a:pt x="14560" y="35852"/>
                    <a:pt x="14654" y="35932"/>
                  </a:cubicBezTo>
                  <a:cubicBezTo>
                    <a:pt x="14654" y="35932"/>
                    <a:pt x="14654" y="35932"/>
                    <a:pt x="14654" y="35932"/>
                  </a:cubicBezTo>
                  <a:lnTo>
                    <a:pt x="14654" y="35932"/>
                  </a:lnTo>
                  <a:cubicBezTo>
                    <a:pt x="14719" y="35997"/>
                    <a:pt x="14785" y="36055"/>
                    <a:pt x="14852" y="36108"/>
                  </a:cubicBezTo>
                  <a:lnTo>
                    <a:pt x="14852" y="36108"/>
                  </a:lnTo>
                  <a:cubicBezTo>
                    <a:pt x="16123" y="37194"/>
                    <a:pt x="17711" y="37799"/>
                    <a:pt x="19302" y="37799"/>
                  </a:cubicBezTo>
                  <a:cubicBezTo>
                    <a:pt x="20566" y="37799"/>
                    <a:pt x="21831" y="37418"/>
                    <a:pt x="22940" y="36594"/>
                  </a:cubicBezTo>
                  <a:cubicBezTo>
                    <a:pt x="23784" y="35932"/>
                    <a:pt x="24537" y="35179"/>
                    <a:pt x="25222" y="34403"/>
                  </a:cubicBezTo>
                  <a:cubicBezTo>
                    <a:pt x="28167" y="31549"/>
                    <a:pt x="31020" y="28696"/>
                    <a:pt x="33873" y="25752"/>
                  </a:cubicBezTo>
                  <a:cubicBezTo>
                    <a:pt x="36521" y="23195"/>
                    <a:pt x="39488" y="20342"/>
                    <a:pt x="37571" y="16142"/>
                  </a:cubicBezTo>
                  <a:cubicBezTo>
                    <a:pt x="36338" y="13495"/>
                    <a:pt x="33211" y="11303"/>
                    <a:pt x="31202" y="9203"/>
                  </a:cubicBezTo>
                  <a:cubicBezTo>
                    <a:pt x="28737" y="6830"/>
                    <a:pt x="26363" y="4273"/>
                    <a:pt x="23875" y="1991"/>
                  </a:cubicBezTo>
                  <a:cubicBezTo>
                    <a:pt x="22464" y="610"/>
                    <a:pt x="20922" y="1"/>
                    <a:pt x="193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898;p32">
              <a:extLst>
                <a:ext uri="{FF2B5EF4-FFF2-40B4-BE49-F238E27FC236}">
                  <a16:creationId xmlns:a16="http://schemas.microsoft.com/office/drawing/2014/main" id="{2CC9059B-1FC1-DDD6-D6AA-220D4E8B8197}"/>
                </a:ext>
              </a:extLst>
            </p:cNvPr>
            <p:cNvSpPr/>
            <p:nvPr/>
          </p:nvSpPr>
          <p:spPr>
            <a:xfrm>
              <a:off x="2824800" y="1714800"/>
              <a:ext cx="875375" cy="853250"/>
            </a:xfrm>
            <a:custGeom>
              <a:avLst/>
              <a:gdLst/>
              <a:ahLst/>
              <a:cxnLst/>
              <a:rect l="l" t="t" r="r" b="b"/>
              <a:pathLst>
                <a:path w="35015" h="34130" extrusionOk="0">
                  <a:moveTo>
                    <a:pt x="17473" y="0"/>
                  </a:moveTo>
                  <a:cubicBezTo>
                    <a:pt x="16292" y="0"/>
                    <a:pt x="15122" y="457"/>
                    <a:pt x="14266" y="1370"/>
                  </a:cubicBezTo>
                  <a:lnTo>
                    <a:pt x="1712" y="13810"/>
                  </a:lnTo>
                  <a:cubicBezTo>
                    <a:pt x="0" y="15636"/>
                    <a:pt x="0" y="18580"/>
                    <a:pt x="1712" y="20292"/>
                  </a:cubicBezTo>
                  <a:lnTo>
                    <a:pt x="14266" y="32846"/>
                  </a:lnTo>
                  <a:cubicBezTo>
                    <a:pt x="15122" y="33702"/>
                    <a:pt x="16292" y="34130"/>
                    <a:pt x="17473" y="34130"/>
                  </a:cubicBezTo>
                  <a:cubicBezTo>
                    <a:pt x="18654" y="34130"/>
                    <a:pt x="19847" y="33702"/>
                    <a:pt x="20748" y="32846"/>
                  </a:cubicBezTo>
                  <a:lnTo>
                    <a:pt x="33211" y="20292"/>
                  </a:lnTo>
                  <a:cubicBezTo>
                    <a:pt x="35014" y="18580"/>
                    <a:pt x="35014" y="15636"/>
                    <a:pt x="33211" y="13810"/>
                  </a:cubicBezTo>
                  <a:lnTo>
                    <a:pt x="20748" y="1370"/>
                  </a:lnTo>
                  <a:cubicBezTo>
                    <a:pt x="19847" y="457"/>
                    <a:pt x="18654" y="0"/>
                    <a:pt x="17473" y="0"/>
                  </a:cubicBezTo>
                  <a:close/>
                </a:path>
              </a:pathLst>
            </a:custGeom>
            <a:solidFill>
              <a:srgbClr val="2B85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RNF2</a:t>
              </a:r>
              <a:endParaRPr sz="22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41" name="Google Shape;899;p32">
              <a:extLst>
                <a:ext uri="{FF2B5EF4-FFF2-40B4-BE49-F238E27FC236}">
                  <a16:creationId xmlns:a16="http://schemas.microsoft.com/office/drawing/2014/main" id="{BBFE0518-A782-D429-4F46-161B795E06F7}"/>
                </a:ext>
              </a:extLst>
            </p:cNvPr>
            <p:cNvSpPr/>
            <p:nvPr/>
          </p:nvSpPr>
          <p:spPr>
            <a:xfrm>
              <a:off x="3462252" y="1877012"/>
              <a:ext cx="3663308" cy="530400"/>
            </a:xfrm>
            <a:custGeom>
              <a:avLst/>
              <a:gdLst/>
              <a:ahLst/>
              <a:cxnLst/>
              <a:rect l="l" t="t" r="r" b="b"/>
              <a:pathLst>
                <a:path w="80333" h="27766" extrusionOk="0">
                  <a:moveTo>
                    <a:pt x="1" y="0"/>
                  </a:moveTo>
                  <a:lnTo>
                    <a:pt x="1" y="27766"/>
                  </a:lnTo>
                  <a:lnTo>
                    <a:pt x="80332" y="27766"/>
                  </a:lnTo>
                  <a:lnTo>
                    <a:pt x="80332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57200" tIns="91425" rIns="45720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2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 código deve ser modular para permitir evolução e testes automatizados.</a:t>
              </a:r>
              <a:endParaRPr sz="12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grpSp>
        <p:nvGrpSpPr>
          <p:cNvPr id="942" name="Google Shape;901;p32">
            <a:extLst>
              <a:ext uri="{FF2B5EF4-FFF2-40B4-BE49-F238E27FC236}">
                <a16:creationId xmlns:a16="http://schemas.microsoft.com/office/drawing/2014/main" id="{E7E5B09E-974A-A9F6-DFDB-571AFD2AD35D}"/>
              </a:ext>
            </a:extLst>
          </p:cNvPr>
          <p:cNvGrpSpPr/>
          <p:nvPr/>
        </p:nvGrpSpPr>
        <p:grpSpPr>
          <a:xfrm>
            <a:off x="4783438" y="2869346"/>
            <a:ext cx="4465882" cy="945000"/>
            <a:chOff x="2765450" y="2372050"/>
            <a:chExt cx="4664088" cy="945000"/>
          </a:xfrm>
        </p:grpSpPr>
        <p:sp>
          <p:nvSpPr>
            <p:cNvPr id="943" name="Google Shape;902;p32">
              <a:extLst>
                <a:ext uri="{FF2B5EF4-FFF2-40B4-BE49-F238E27FC236}">
                  <a16:creationId xmlns:a16="http://schemas.microsoft.com/office/drawing/2014/main" id="{513C24F5-E76A-0EE0-E4D5-58C4A6059C37}"/>
                </a:ext>
              </a:extLst>
            </p:cNvPr>
            <p:cNvSpPr/>
            <p:nvPr/>
          </p:nvSpPr>
          <p:spPr>
            <a:xfrm>
              <a:off x="3245925" y="2519400"/>
              <a:ext cx="3782681" cy="648825"/>
            </a:xfrm>
            <a:custGeom>
              <a:avLst/>
              <a:gdLst/>
              <a:ahLst/>
              <a:cxnLst/>
              <a:rect l="l" t="t" r="r" b="b"/>
              <a:pathLst>
                <a:path w="140764" h="25953" extrusionOk="0">
                  <a:moveTo>
                    <a:pt x="0" y="0"/>
                  </a:moveTo>
                  <a:lnTo>
                    <a:pt x="0" y="25952"/>
                  </a:lnTo>
                  <a:lnTo>
                    <a:pt x="129054" y="25952"/>
                  </a:lnTo>
                  <a:cubicBezTo>
                    <a:pt x="135514" y="25952"/>
                    <a:pt x="140764" y="20725"/>
                    <a:pt x="140764" y="14266"/>
                  </a:cubicBezTo>
                  <a:lnTo>
                    <a:pt x="140764" y="11687"/>
                  </a:lnTo>
                  <a:cubicBezTo>
                    <a:pt x="140764" y="5227"/>
                    <a:pt x="135514" y="0"/>
                    <a:pt x="1290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03;p32">
              <a:extLst>
                <a:ext uri="{FF2B5EF4-FFF2-40B4-BE49-F238E27FC236}">
                  <a16:creationId xmlns:a16="http://schemas.microsoft.com/office/drawing/2014/main" id="{365E57B4-B7B2-4C57-66BD-26753E3B5483}"/>
                </a:ext>
              </a:extLst>
            </p:cNvPr>
            <p:cNvSpPr/>
            <p:nvPr/>
          </p:nvSpPr>
          <p:spPr>
            <a:xfrm>
              <a:off x="2765450" y="2372050"/>
              <a:ext cx="986650" cy="945000"/>
            </a:xfrm>
            <a:custGeom>
              <a:avLst/>
              <a:gdLst/>
              <a:ahLst/>
              <a:cxnLst/>
              <a:rect l="l" t="t" r="r" b="b"/>
              <a:pathLst>
                <a:path w="39466" h="37800" extrusionOk="0">
                  <a:moveTo>
                    <a:pt x="19219" y="3703"/>
                  </a:moveTo>
                  <a:cubicBezTo>
                    <a:pt x="20452" y="3703"/>
                    <a:pt x="21205" y="4547"/>
                    <a:pt x="21981" y="5415"/>
                  </a:cubicBezTo>
                  <a:lnTo>
                    <a:pt x="25108" y="8542"/>
                  </a:lnTo>
                  <a:cubicBezTo>
                    <a:pt x="27596" y="10916"/>
                    <a:pt x="30061" y="13404"/>
                    <a:pt x="32435" y="15869"/>
                  </a:cubicBezTo>
                  <a:cubicBezTo>
                    <a:pt x="33097" y="16439"/>
                    <a:pt x="33873" y="17101"/>
                    <a:pt x="34238" y="17877"/>
                  </a:cubicBezTo>
                  <a:cubicBezTo>
                    <a:pt x="34809" y="19292"/>
                    <a:pt x="33964" y="20434"/>
                    <a:pt x="33006" y="21392"/>
                  </a:cubicBezTo>
                  <a:cubicBezTo>
                    <a:pt x="30335" y="23949"/>
                    <a:pt x="27779" y="26619"/>
                    <a:pt x="25108" y="29176"/>
                  </a:cubicBezTo>
                  <a:cubicBezTo>
                    <a:pt x="23736" y="30639"/>
                    <a:pt x="21397" y="33979"/>
                    <a:pt x="19053" y="33979"/>
                  </a:cubicBezTo>
                  <a:cubicBezTo>
                    <a:pt x="18472" y="33979"/>
                    <a:pt x="17891" y="33774"/>
                    <a:pt x="17325" y="33284"/>
                  </a:cubicBezTo>
                  <a:lnTo>
                    <a:pt x="17325" y="33284"/>
                  </a:lnTo>
                  <a:cubicBezTo>
                    <a:pt x="17325" y="33284"/>
                    <a:pt x="17325" y="33284"/>
                    <a:pt x="17325" y="33284"/>
                  </a:cubicBezTo>
                  <a:cubicBezTo>
                    <a:pt x="13330" y="29290"/>
                    <a:pt x="9427" y="25296"/>
                    <a:pt x="5433" y="21301"/>
                  </a:cubicBezTo>
                  <a:cubicBezTo>
                    <a:pt x="4474" y="20434"/>
                    <a:pt x="3721" y="19292"/>
                    <a:pt x="4291" y="17877"/>
                  </a:cubicBezTo>
                  <a:cubicBezTo>
                    <a:pt x="4565" y="17010"/>
                    <a:pt x="5433" y="16348"/>
                    <a:pt x="6095" y="15777"/>
                  </a:cubicBezTo>
                  <a:cubicBezTo>
                    <a:pt x="8560" y="13312"/>
                    <a:pt x="10934" y="10824"/>
                    <a:pt x="13422" y="8359"/>
                  </a:cubicBezTo>
                  <a:cubicBezTo>
                    <a:pt x="14745" y="7035"/>
                    <a:pt x="17119" y="3703"/>
                    <a:pt x="19219" y="3703"/>
                  </a:cubicBezTo>
                  <a:close/>
                  <a:moveTo>
                    <a:pt x="19438" y="1"/>
                  </a:moveTo>
                  <a:cubicBezTo>
                    <a:pt x="17443" y="1"/>
                    <a:pt x="15453" y="999"/>
                    <a:pt x="13787" y="2653"/>
                  </a:cubicBezTo>
                  <a:cubicBezTo>
                    <a:pt x="11048" y="5415"/>
                    <a:pt x="8286" y="8177"/>
                    <a:pt x="5524" y="10916"/>
                  </a:cubicBezTo>
                  <a:cubicBezTo>
                    <a:pt x="3150" y="13312"/>
                    <a:pt x="0" y="15595"/>
                    <a:pt x="297" y="19384"/>
                  </a:cubicBezTo>
                  <a:cubicBezTo>
                    <a:pt x="571" y="23013"/>
                    <a:pt x="4657" y="25957"/>
                    <a:pt x="7053" y="28331"/>
                  </a:cubicBezTo>
                  <a:cubicBezTo>
                    <a:pt x="9558" y="30836"/>
                    <a:pt x="11975" y="33275"/>
                    <a:pt x="14497" y="35777"/>
                  </a:cubicBezTo>
                  <a:lnTo>
                    <a:pt x="14497" y="35777"/>
                  </a:lnTo>
                  <a:cubicBezTo>
                    <a:pt x="14545" y="35829"/>
                    <a:pt x="14598" y="35881"/>
                    <a:pt x="14654" y="35932"/>
                  </a:cubicBezTo>
                  <a:cubicBezTo>
                    <a:pt x="14654" y="35932"/>
                    <a:pt x="14654" y="35932"/>
                    <a:pt x="14654" y="35932"/>
                  </a:cubicBezTo>
                  <a:lnTo>
                    <a:pt x="14654" y="35932"/>
                  </a:lnTo>
                  <a:cubicBezTo>
                    <a:pt x="14745" y="36023"/>
                    <a:pt x="14839" y="36102"/>
                    <a:pt x="14934" y="36169"/>
                  </a:cubicBezTo>
                  <a:lnTo>
                    <a:pt x="14934" y="36169"/>
                  </a:lnTo>
                  <a:cubicBezTo>
                    <a:pt x="16234" y="37217"/>
                    <a:pt x="17786" y="37800"/>
                    <a:pt x="19348" y="37800"/>
                  </a:cubicBezTo>
                  <a:cubicBezTo>
                    <a:pt x="20612" y="37800"/>
                    <a:pt x="21883" y="37418"/>
                    <a:pt x="23031" y="36594"/>
                  </a:cubicBezTo>
                  <a:cubicBezTo>
                    <a:pt x="23876" y="35932"/>
                    <a:pt x="24537" y="35179"/>
                    <a:pt x="25314" y="34426"/>
                  </a:cubicBezTo>
                  <a:lnTo>
                    <a:pt x="33964" y="25752"/>
                  </a:lnTo>
                  <a:cubicBezTo>
                    <a:pt x="36521" y="23196"/>
                    <a:pt x="39465" y="20342"/>
                    <a:pt x="37571" y="16165"/>
                  </a:cubicBezTo>
                  <a:cubicBezTo>
                    <a:pt x="36338" y="13495"/>
                    <a:pt x="33302" y="11304"/>
                    <a:pt x="31202" y="9204"/>
                  </a:cubicBezTo>
                  <a:cubicBezTo>
                    <a:pt x="28829" y="6830"/>
                    <a:pt x="26455" y="4273"/>
                    <a:pt x="23967" y="1991"/>
                  </a:cubicBezTo>
                  <a:cubicBezTo>
                    <a:pt x="22556" y="610"/>
                    <a:pt x="20995" y="1"/>
                    <a:pt x="19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04;p32">
              <a:extLst>
                <a:ext uri="{FF2B5EF4-FFF2-40B4-BE49-F238E27FC236}">
                  <a16:creationId xmlns:a16="http://schemas.microsoft.com/office/drawing/2014/main" id="{A9A3F525-CDC4-A6C9-5A7C-347E12A69E21}"/>
                </a:ext>
              </a:extLst>
            </p:cNvPr>
            <p:cNvSpPr/>
            <p:nvPr/>
          </p:nvSpPr>
          <p:spPr>
            <a:xfrm>
              <a:off x="2808250" y="2418250"/>
              <a:ext cx="875375" cy="851125"/>
            </a:xfrm>
            <a:custGeom>
              <a:avLst/>
              <a:gdLst/>
              <a:ahLst/>
              <a:cxnLst/>
              <a:rect l="l" t="t" r="r" b="b"/>
              <a:pathLst>
                <a:path w="35015" h="34045" extrusionOk="0">
                  <a:moveTo>
                    <a:pt x="17499" y="0"/>
                  </a:moveTo>
                  <a:cubicBezTo>
                    <a:pt x="16332" y="0"/>
                    <a:pt x="15168" y="428"/>
                    <a:pt x="14266" y="1284"/>
                  </a:cubicBezTo>
                  <a:lnTo>
                    <a:pt x="1803" y="13838"/>
                  </a:lnTo>
                  <a:cubicBezTo>
                    <a:pt x="0" y="15550"/>
                    <a:pt x="0" y="18494"/>
                    <a:pt x="1803" y="20206"/>
                  </a:cubicBezTo>
                  <a:lnTo>
                    <a:pt x="14266" y="32760"/>
                  </a:lnTo>
                  <a:cubicBezTo>
                    <a:pt x="15168" y="33616"/>
                    <a:pt x="16332" y="34044"/>
                    <a:pt x="17499" y="34044"/>
                  </a:cubicBezTo>
                  <a:cubicBezTo>
                    <a:pt x="18666" y="34044"/>
                    <a:pt x="19835" y="33616"/>
                    <a:pt x="20748" y="32760"/>
                  </a:cubicBezTo>
                  <a:lnTo>
                    <a:pt x="33188" y="20206"/>
                  </a:lnTo>
                  <a:cubicBezTo>
                    <a:pt x="35014" y="18494"/>
                    <a:pt x="35014" y="15550"/>
                    <a:pt x="33188" y="13838"/>
                  </a:cubicBezTo>
                  <a:lnTo>
                    <a:pt x="20748" y="1284"/>
                  </a:lnTo>
                  <a:cubicBezTo>
                    <a:pt x="19835" y="428"/>
                    <a:pt x="18666" y="0"/>
                    <a:pt x="17499" y="0"/>
                  </a:cubicBezTo>
                  <a:close/>
                </a:path>
              </a:pathLst>
            </a:custGeom>
            <a:solidFill>
              <a:srgbClr val="4F6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RNF3</a:t>
              </a:r>
              <a:endParaRPr sz="22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46" name="Google Shape;905;p32">
              <a:extLst>
                <a:ext uri="{FF2B5EF4-FFF2-40B4-BE49-F238E27FC236}">
                  <a16:creationId xmlns:a16="http://schemas.microsoft.com/office/drawing/2014/main" id="{40B33FD5-4935-F061-9E04-A68BD92E827D}"/>
                </a:ext>
              </a:extLst>
            </p:cNvPr>
            <p:cNvSpPr/>
            <p:nvPr/>
          </p:nvSpPr>
          <p:spPr>
            <a:xfrm>
              <a:off x="3462252" y="2578612"/>
              <a:ext cx="3967286" cy="530400"/>
            </a:xfrm>
            <a:custGeom>
              <a:avLst/>
              <a:gdLst/>
              <a:ahLst/>
              <a:cxnLst/>
              <a:rect l="l" t="t" r="r" b="b"/>
              <a:pathLst>
                <a:path w="80333" h="27766" extrusionOk="0">
                  <a:moveTo>
                    <a:pt x="1" y="0"/>
                  </a:moveTo>
                  <a:lnTo>
                    <a:pt x="1" y="27766"/>
                  </a:lnTo>
                  <a:lnTo>
                    <a:pt x="80332" y="27766"/>
                  </a:lnTo>
                  <a:lnTo>
                    <a:pt x="80332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57200" tIns="91425" rIns="457200" bIns="91425" anchor="ctr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r>
                <a:rPr lang="pt-BR" sz="120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Senhas não devem ser exibidas em logs neste protótipo.</a:t>
              </a:r>
              <a:endParaRPr lang="pt-BR" sz="12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947" name="Google Shape;907;p32">
            <a:extLst>
              <a:ext uri="{FF2B5EF4-FFF2-40B4-BE49-F238E27FC236}">
                <a16:creationId xmlns:a16="http://schemas.microsoft.com/office/drawing/2014/main" id="{1CB972FC-DDC9-152D-A7F2-09D526874F03}"/>
              </a:ext>
            </a:extLst>
          </p:cNvPr>
          <p:cNvGrpSpPr/>
          <p:nvPr/>
        </p:nvGrpSpPr>
        <p:grpSpPr>
          <a:xfrm>
            <a:off x="4818620" y="3570571"/>
            <a:ext cx="4254698" cy="943225"/>
            <a:chOff x="2801400" y="3079850"/>
            <a:chExt cx="4443530" cy="943225"/>
          </a:xfrm>
        </p:grpSpPr>
        <p:sp>
          <p:nvSpPr>
            <p:cNvPr id="948" name="Google Shape;908;p32">
              <a:extLst>
                <a:ext uri="{FF2B5EF4-FFF2-40B4-BE49-F238E27FC236}">
                  <a16:creationId xmlns:a16="http://schemas.microsoft.com/office/drawing/2014/main" id="{C654184D-854C-8F8D-7936-2B828055762D}"/>
                </a:ext>
              </a:extLst>
            </p:cNvPr>
            <p:cNvSpPr/>
            <p:nvPr/>
          </p:nvSpPr>
          <p:spPr>
            <a:xfrm>
              <a:off x="3281300" y="3230325"/>
              <a:ext cx="3747138" cy="647125"/>
            </a:xfrm>
            <a:custGeom>
              <a:avLst/>
              <a:gdLst/>
              <a:ahLst/>
              <a:cxnLst/>
              <a:rect l="l" t="t" r="r" b="b"/>
              <a:pathLst>
                <a:path w="140764" h="25885" extrusionOk="0">
                  <a:moveTo>
                    <a:pt x="0" y="0"/>
                  </a:moveTo>
                  <a:lnTo>
                    <a:pt x="0" y="25884"/>
                  </a:lnTo>
                  <a:lnTo>
                    <a:pt x="129077" y="25884"/>
                  </a:lnTo>
                  <a:cubicBezTo>
                    <a:pt x="135446" y="25884"/>
                    <a:pt x="140764" y="20634"/>
                    <a:pt x="140764" y="14175"/>
                  </a:cubicBezTo>
                  <a:lnTo>
                    <a:pt x="140764" y="11710"/>
                  </a:lnTo>
                  <a:cubicBezTo>
                    <a:pt x="140764" y="5227"/>
                    <a:pt x="135446" y="0"/>
                    <a:pt x="1290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09;p32">
              <a:extLst>
                <a:ext uri="{FF2B5EF4-FFF2-40B4-BE49-F238E27FC236}">
                  <a16:creationId xmlns:a16="http://schemas.microsoft.com/office/drawing/2014/main" id="{D8A5EB4D-BE43-2D11-FDAC-B48E6B8B30FB}"/>
                </a:ext>
              </a:extLst>
            </p:cNvPr>
            <p:cNvSpPr/>
            <p:nvPr/>
          </p:nvSpPr>
          <p:spPr>
            <a:xfrm>
              <a:off x="2801400" y="3079850"/>
              <a:ext cx="986650" cy="943225"/>
            </a:xfrm>
            <a:custGeom>
              <a:avLst/>
              <a:gdLst/>
              <a:ahLst/>
              <a:cxnLst/>
              <a:rect l="l" t="t" r="r" b="b"/>
              <a:pathLst>
                <a:path w="39466" h="37729" extrusionOk="0">
                  <a:moveTo>
                    <a:pt x="19196" y="3717"/>
                  </a:moveTo>
                  <a:cubicBezTo>
                    <a:pt x="20452" y="3717"/>
                    <a:pt x="21205" y="4584"/>
                    <a:pt x="21958" y="5338"/>
                  </a:cubicBezTo>
                  <a:lnTo>
                    <a:pt x="25108" y="8487"/>
                  </a:lnTo>
                  <a:cubicBezTo>
                    <a:pt x="27573" y="10953"/>
                    <a:pt x="29947" y="13418"/>
                    <a:pt x="32435" y="15814"/>
                  </a:cubicBezTo>
                  <a:cubicBezTo>
                    <a:pt x="33097" y="16476"/>
                    <a:pt x="33850" y="17047"/>
                    <a:pt x="34147" y="17891"/>
                  </a:cubicBezTo>
                  <a:cubicBezTo>
                    <a:pt x="34809" y="19329"/>
                    <a:pt x="33850" y="20471"/>
                    <a:pt x="33006" y="21315"/>
                  </a:cubicBezTo>
                  <a:cubicBezTo>
                    <a:pt x="30335" y="23986"/>
                    <a:pt x="27756" y="26542"/>
                    <a:pt x="25108" y="29213"/>
                  </a:cubicBezTo>
                  <a:cubicBezTo>
                    <a:pt x="23737" y="30584"/>
                    <a:pt x="21326" y="33903"/>
                    <a:pt x="19001" y="33903"/>
                  </a:cubicBezTo>
                  <a:cubicBezTo>
                    <a:pt x="18424" y="33903"/>
                    <a:pt x="17852" y="33698"/>
                    <a:pt x="17302" y="33207"/>
                  </a:cubicBezTo>
                  <a:lnTo>
                    <a:pt x="17302" y="33207"/>
                  </a:lnTo>
                  <a:cubicBezTo>
                    <a:pt x="17302" y="33207"/>
                    <a:pt x="17302" y="33207"/>
                    <a:pt x="17302" y="33207"/>
                  </a:cubicBezTo>
                  <a:cubicBezTo>
                    <a:pt x="13307" y="29213"/>
                    <a:pt x="9313" y="25310"/>
                    <a:pt x="5410" y="21315"/>
                  </a:cubicBezTo>
                  <a:cubicBezTo>
                    <a:pt x="4474" y="20379"/>
                    <a:pt x="3607" y="19238"/>
                    <a:pt x="4177" y="17891"/>
                  </a:cubicBezTo>
                  <a:cubicBezTo>
                    <a:pt x="4565" y="17047"/>
                    <a:pt x="5410" y="16385"/>
                    <a:pt x="5981" y="15700"/>
                  </a:cubicBezTo>
                  <a:cubicBezTo>
                    <a:pt x="8468" y="13235"/>
                    <a:pt x="10934" y="10861"/>
                    <a:pt x="13399" y="8396"/>
                  </a:cubicBezTo>
                  <a:cubicBezTo>
                    <a:pt x="14745" y="7049"/>
                    <a:pt x="17028" y="3717"/>
                    <a:pt x="19196" y="3717"/>
                  </a:cubicBezTo>
                  <a:close/>
                  <a:moveTo>
                    <a:pt x="19396" y="1"/>
                  </a:moveTo>
                  <a:cubicBezTo>
                    <a:pt x="17404" y="1"/>
                    <a:pt x="15444" y="970"/>
                    <a:pt x="13787" y="2576"/>
                  </a:cubicBezTo>
                  <a:cubicBezTo>
                    <a:pt x="11025" y="5338"/>
                    <a:pt x="8263" y="8099"/>
                    <a:pt x="5501" y="10861"/>
                  </a:cubicBezTo>
                  <a:cubicBezTo>
                    <a:pt x="3127" y="13235"/>
                    <a:pt x="0" y="15609"/>
                    <a:pt x="274" y="19329"/>
                  </a:cubicBezTo>
                  <a:cubicBezTo>
                    <a:pt x="571" y="23027"/>
                    <a:pt x="4657" y="25880"/>
                    <a:pt x="7030" y="28368"/>
                  </a:cubicBezTo>
                  <a:cubicBezTo>
                    <a:pt x="9566" y="30792"/>
                    <a:pt x="11991" y="33303"/>
                    <a:pt x="14502" y="35751"/>
                  </a:cubicBezTo>
                  <a:lnTo>
                    <a:pt x="14502" y="35751"/>
                  </a:lnTo>
                  <a:cubicBezTo>
                    <a:pt x="14542" y="35794"/>
                    <a:pt x="14585" y="35836"/>
                    <a:pt x="14631" y="35878"/>
                  </a:cubicBezTo>
                  <a:cubicBezTo>
                    <a:pt x="14631" y="35878"/>
                    <a:pt x="14631" y="35878"/>
                    <a:pt x="14631" y="35878"/>
                  </a:cubicBezTo>
                  <a:lnTo>
                    <a:pt x="14631" y="35878"/>
                  </a:lnTo>
                  <a:cubicBezTo>
                    <a:pt x="14773" y="36027"/>
                    <a:pt x="14921" y="36145"/>
                    <a:pt x="15073" y="36235"/>
                  </a:cubicBezTo>
                  <a:lnTo>
                    <a:pt x="15073" y="36235"/>
                  </a:lnTo>
                  <a:cubicBezTo>
                    <a:pt x="16350" y="37196"/>
                    <a:pt x="17842" y="37729"/>
                    <a:pt x="19340" y="37729"/>
                  </a:cubicBezTo>
                  <a:cubicBezTo>
                    <a:pt x="20598" y="37729"/>
                    <a:pt x="21862" y="37353"/>
                    <a:pt x="23008" y="36540"/>
                  </a:cubicBezTo>
                  <a:cubicBezTo>
                    <a:pt x="23876" y="35969"/>
                    <a:pt x="24537" y="35216"/>
                    <a:pt x="25199" y="34440"/>
                  </a:cubicBezTo>
                  <a:cubicBezTo>
                    <a:pt x="28144" y="31587"/>
                    <a:pt x="30997" y="28642"/>
                    <a:pt x="33850" y="25789"/>
                  </a:cubicBezTo>
                  <a:cubicBezTo>
                    <a:pt x="36521" y="23118"/>
                    <a:pt x="39465" y="20265"/>
                    <a:pt x="37571" y="16180"/>
                  </a:cubicBezTo>
                  <a:cubicBezTo>
                    <a:pt x="36315" y="13532"/>
                    <a:pt x="33280" y="11249"/>
                    <a:pt x="31180" y="9241"/>
                  </a:cubicBezTo>
                  <a:cubicBezTo>
                    <a:pt x="28806" y="6776"/>
                    <a:pt x="26432" y="4288"/>
                    <a:pt x="23967" y="1914"/>
                  </a:cubicBezTo>
                  <a:cubicBezTo>
                    <a:pt x="22510" y="586"/>
                    <a:pt x="20943" y="1"/>
                    <a:pt x="19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10;p32">
              <a:extLst>
                <a:ext uri="{FF2B5EF4-FFF2-40B4-BE49-F238E27FC236}">
                  <a16:creationId xmlns:a16="http://schemas.microsoft.com/office/drawing/2014/main" id="{12E18E96-FF86-3356-26C5-10ED073D3DE0}"/>
                </a:ext>
              </a:extLst>
            </p:cNvPr>
            <p:cNvSpPr/>
            <p:nvPr/>
          </p:nvSpPr>
          <p:spPr>
            <a:xfrm>
              <a:off x="2844200" y="3124675"/>
              <a:ext cx="874800" cy="852700"/>
            </a:xfrm>
            <a:custGeom>
              <a:avLst/>
              <a:gdLst/>
              <a:ahLst/>
              <a:cxnLst/>
              <a:rect l="l" t="t" r="r" b="b"/>
              <a:pathLst>
                <a:path w="34992" h="34108" extrusionOk="0">
                  <a:moveTo>
                    <a:pt x="17496" y="1"/>
                  </a:moveTo>
                  <a:cubicBezTo>
                    <a:pt x="16332" y="1"/>
                    <a:pt x="15168" y="452"/>
                    <a:pt x="14266" y="1353"/>
                  </a:cubicBezTo>
                  <a:lnTo>
                    <a:pt x="1803" y="13816"/>
                  </a:lnTo>
                  <a:cubicBezTo>
                    <a:pt x="0" y="15619"/>
                    <a:pt x="0" y="18472"/>
                    <a:pt x="1803" y="20298"/>
                  </a:cubicBezTo>
                  <a:lnTo>
                    <a:pt x="14266" y="32738"/>
                  </a:lnTo>
                  <a:cubicBezTo>
                    <a:pt x="15168" y="33651"/>
                    <a:pt x="16332" y="34108"/>
                    <a:pt x="17496" y="34108"/>
                  </a:cubicBezTo>
                  <a:cubicBezTo>
                    <a:pt x="18660" y="34108"/>
                    <a:pt x="19824" y="33651"/>
                    <a:pt x="20726" y="32738"/>
                  </a:cubicBezTo>
                  <a:lnTo>
                    <a:pt x="33188" y="20298"/>
                  </a:lnTo>
                  <a:cubicBezTo>
                    <a:pt x="34991" y="18472"/>
                    <a:pt x="34991" y="15619"/>
                    <a:pt x="33188" y="13816"/>
                  </a:cubicBezTo>
                  <a:lnTo>
                    <a:pt x="20726" y="1353"/>
                  </a:lnTo>
                  <a:cubicBezTo>
                    <a:pt x="19824" y="452"/>
                    <a:pt x="18660" y="1"/>
                    <a:pt x="17496" y="1"/>
                  </a:cubicBezTo>
                  <a:close/>
                </a:path>
              </a:pathLst>
            </a:custGeom>
            <a:solidFill>
              <a:srgbClr val="7962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RNF4</a:t>
              </a:r>
              <a:endParaRPr sz="22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51" name="Google Shape;911;p32">
              <a:extLst>
                <a:ext uri="{FF2B5EF4-FFF2-40B4-BE49-F238E27FC236}">
                  <a16:creationId xmlns:a16="http://schemas.microsoft.com/office/drawing/2014/main" id="{334E2BC8-15B0-519E-6507-1FEE3806D579}"/>
                </a:ext>
              </a:extLst>
            </p:cNvPr>
            <p:cNvSpPr/>
            <p:nvPr/>
          </p:nvSpPr>
          <p:spPr>
            <a:xfrm>
              <a:off x="3462250" y="3288687"/>
              <a:ext cx="3782680" cy="530400"/>
            </a:xfrm>
            <a:custGeom>
              <a:avLst/>
              <a:gdLst/>
              <a:ahLst/>
              <a:cxnLst/>
              <a:rect l="l" t="t" r="r" b="b"/>
              <a:pathLst>
                <a:path w="80333" h="27766" extrusionOk="0">
                  <a:moveTo>
                    <a:pt x="1" y="0"/>
                  </a:moveTo>
                  <a:lnTo>
                    <a:pt x="1" y="27766"/>
                  </a:lnTo>
                  <a:lnTo>
                    <a:pt x="80332" y="27766"/>
                  </a:lnTo>
                  <a:lnTo>
                    <a:pt x="80332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57200" tIns="91425" rIns="45720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200" dirty="0">
                  <a:solidFill>
                    <a:schemeClr val="dk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  <a:sym typeface="Roboto"/>
                </a:rPr>
                <a:t>Cada empréstimo deve possuir identificador único e vínculos explícitos a usuário e livro.</a:t>
              </a:r>
              <a:endParaRPr lang="pt-BR" sz="1100" dirty="0">
                <a:solidFill>
                  <a:schemeClr val="dk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grpSp>
        <p:nvGrpSpPr>
          <p:cNvPr id="966" name="Google Shape;901;p32">
            <a:extLst>
              <a:ext uri="{FF2B5EF4-FFF2-40B4-BE49-F238E27FC236}">
                <a16:creationId xmlns:a16="http://schemas.microsoft.com/office/drawing/2014/main" id="{211369DD-1947-D815-446A-893E26220D0E}"/>
              </a:ext>
            </a:extLst>
          </p:cNvPr>
          <p:cNvGrpSpPr/>
          <p:nvPr/>
        </p:nvGrpSpPr>
        <p:grpSpPr>
          <a:xfrm>
            <a:off x="148706" y="2891118"/>
            <a:ext cx="4081988" cy="945000"/>
            <a:chOff x="2765450" y="2372050"/>
            <a:chExt cx="4263156" cy="945000"/>
          </a:xfrm>
        </p:grpSpPr>
        <p:sp>
          <p:nvSpPr>
            <p:cNvPr id="967" name="Google Shape;902;p32">
              <a:extLst>
                <a:ext uri="{FF2B5EF4-FFF2-40B4-BE49-F238E27FC236}">
                  <a16:creationId xmlns:a16="http://schemas.microsoft.com/office/drawing/2014/main" id="{AA649A79-800E-4577-CACA-052617A482D1}"/>
                </a:ext>
              </a:extLst>
            </p:cNvPr>
            <p:cNvSpPr/>
            <p:nvPr/>
          </p:nvSpPr>
          <p:spPr>
            <a:xfrm>
              <a:off x="3245925" y="2519400"/>
              <a:ext cx="3782681" cy="648825"/>
            </a:xfrm>
            <a:custGeom>
              <a:avLst/>
              <a:gdLst/>
              <a:ahLst/>
              <a:cxnLst/>
              <a:rect l="l" t="t" r="r" b="b"/>
              <a:pathLst>
                <a:path w="140764" h="25953" extrusionOk="0">
                  <a:moveTo>
                    <a:pt x="0" y="0"/>
                  </a:moveTo>
                  <a:lnTo>
                    <a:pt x="0" y="25952"/>
                  </a:lnTo>
                  <a:lnTo>
                    <a:pt x="129054" y="25952"/>
                  </a:lnTo>
                  <a:cubicBezTo>
                    <a:pt x="135514" y="25952"/>
                    <a:pt x="140764" y="20725"/>
                    <a:pt x="140764" y="14266"/>
                  </a:cubicBezTo>
                  <a:lnTo>
                    <a:pt x="140764" y="11687"/>
                  </a:lnTo>
                  <a:cubicBezTo>
                    <a:pt x="140764" y="5227"/>
                    <a:pt x="135514" y="0"/>
                    <a:pt x="1290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03;p32">
              <a:extLst>
                <a:ext uri="{FF2B5EF4-FFF2-40B4-BE49-F238E27FC236}">
                  <a16:creationId xmlns:a16="http://schemas.microsoft.com/office/drawing/2014/main" id="{ED85E84F-1739-8A03-C1CF-8CC1217C776A}"/>
                </a:ext>
              </a:extLst>
            </p:cNvPr>
            <p:cNvSpPr/>
            <p:nvPr/>
          </p:nvSpPr>
          <p:spPr>
            <a:xfrm>
              <a:off x="2765450" y="2372050"/>
              <a:ext cx="986650" cy="945000"/>
            </a:xfrm>
            <a:custGeom>
              <a:avLst/>
              <a:gdLst/>
              <a:ahLst/>
              <a:cxnLst/>
              <a:rect l="l" t="t" r="r" b="b"/>
              <a:pathLst>
                <a:path w="39466" h="37800" extrusionOk="0">
                  <a:moveTo>
                    <a:pt x="19219" y="3703"/>
                  </a:moveTo>
                  <a:cubicBezTo>
                    <a:pt x="20452" y="3703"/>
                    <a:pt x="21205" y="4547"/>
                    <a:pt x="21981" y="5415"/>
                  </a:cubicBezTo>
                  <a:lnTo>
                    <a:pt x="25108" y="8542"/>
                  </a:lnTo>
                  <a:cubicBezTo>
                    <a:pt x="27596" y="10916"/>
                    <a:pt x="30061" y="13404"/>
                    <a:pt x="32435" y="15869"/>
                  </a:cubicBezTo>
                  <a:cubicBezTo>
                    <a:pt x="33097" y="16439"/>
                    <a:pt x="33873" y="17101"/>
                    <a:pt x="34238" y="17877"/>
                  </a:cubicBezTo>
                  <a:cubicBezTo>
                    <a:pt x="34809" y="19292"/>
                    <a:pt x="33964" y="20434"/>
                    <a:pt x="33006" y="21392"/>
                  </a:cubicBezTo>
                  <a:cubicBezTo>
                    <a:pt x="30335" y="23949"/>
                    <a:pt x="27779" y="26619"/>
                    <a:pt x="25108" y="29176"/>
                  </a:cubicBezTo>
                  <a:cubicBezTo>
                    <a:pt x="23736" y="30639"/>
                    <a:pt x="21397" y="33979"/>
                    <a:pt x="19053" y="33979"/>
                  </a:cubicBezTo>
                  <a:cubicBezTo>
                    <a:pt x="18472" y="33979"/>
                    <a:pt x="17891" y="33774"/>
                    <a:pt x="17325" y="33284"/>
                  </a:cubicBezTo>
                  <a:lnTo>
                    <a:pt x="17325" y="33284"/>
                  </a:lnTo>
                  <a:cubicBezTo>
                    <a:pt x="17325" y="33284"/>
                    <a:pt x="17325" y="33284"/>
                    <a:pt x="17325" y="33284"/>
                  </a:cubicBezTo>
                  <a:cubicBezTo>
                    <a:pt x="13330" y="29290"/>
                    <a:pt x="9427" y="25296"/>
                    <a:pt x="5433" y="21301"/>
                  </a:cubicBezTo>
                  <a:cubicBezTo>
                    <a:pt x="4474" y="20434"/>
                    <a:pt x="3721" y="19292"/>
                    <a:pt x="4291" y="17877"/>
                  </a:cubicBezTo>
                  <a:cubicBezTo>
                    <a:pt x="4565" y="17010"/>
                    <a:pt x="5433" y="16348"/>
                    <a:pt x="6095" y="15777"/>
                  </a:cubicBezTo>
                  <a:cubicBezTo>
                    <a:pt x="8560" y="13312"/>
                    <a:pt x="10934" y="10824"/>
                    <a:pt x="13422" y="8359"/>
                  </a:cubicBezTo>
                  <a:cubicBezTo>
                    <a:pt x="14745" y="7035"/>
                    <a:pt x="17119" y="3703"/>
                    <a:pt x="19219" y="3703"/>
                  </a:cubicBezTo>
                  <a:close/>
                  <a:moveTo>
                    <a:pt x="19438" y="1"/>
                  </a:moveTo>
                  <a:cubicBezTo>
                    <a:pt x="17443" y="1"/>
                    <a:pt x="15453" y="999"/>
                    <a:pt x="13787" y="2653"/>
                  </a:cubicBezTo>
                  <a:cubicBezTo>
                    <a:pt x="11048" y="5415"/>
                    <a:pt x="8286" y="8177"/>
                    <a:pt x="5524" y="10916"/>
                  </a:cubicBezTo>
                  <a:cubicBezTo>
                    <a:pt x="3150" y="13312"/>
                    <a:pt x="0" y="15595"/>
                    <a:pt x="297" y="19384"/>
                  </a:cubicBezTo>
                  <a:cubicBezTo>
                    <a:pt x="571" y="23013"/>
                    <a:pt x="4657" y="25957"/>
                    <a:pt x="7053" y="28331"/>
                  </a:cubicBezTo>
                  <a:cubicBezTo>
                    <a:pt x="9558" y="30836"/>
                    <a:pt x="11975" y="33275"/>
                    <a:pt x="14497" y="35777"/>
                  </a:cubicBezTo>
                  <a:lnTo>
                    <a:pt x="14497" y="35777"/>
                  </a:lnTo>
                  <a:cubicBezTo>
                    <a:pt x="14545" y="35829"/>
                    <a:pt x="14598" y="35881"/>
                    <a:pt x="14654" y="35932"/>
                  </a:cubicBezTo>
                  <a:cubicBezTo>
                    <a:pt x="14654" y="35932"/>
                    <a:pt x="14654" y="35932"/>
                    <a:pt x="14654" y="35932"/>
                  </a:cubicBezTo>
                  <a:lnTo>
                    <a:pt x="14654" y="35932"/>
                  </a:lnTo>
                  <a:cubicBezTo>
                    <a:pt x="14745" y="36023"/>
                    <a:pt x="14839" y="36102"/>
                    <a:pt x="14934" y="36169"/>
                  </a:cubicBezTo>
                  <a:lnTo>
                    <a:pt x="14934" y="36169"/>
                  </a:lnTo>
                  <a:cubicBezTo>
                    <a:pt x="16234" y="37217"/>
                    <a:pt x="17786" y="37800"/>
                    <a:pt x="19348" y="37800"/>
                  </a:cubicBezTo>
                  <a:cubicBezTo>
                    <a:pt x="20612" y="37800"/>
                    <a:pt x="21883" y="37418"/>
                    <a:pt x="23031" y="36594"/>
                  </a:cubicBezTo>
                  <a:cubicBezTo>
                    <a:pt x="23876" y="35932"/>
                    <a:pt x="24537" y="35179"/>
                    <a:pt x="25314" y="34426"/>
                  </a:cubicBezTo>
                  <a:lnTo>
                    <a:pt x="33964" y="25752"/>
                  </a:lnTo>
                  <a:cubicBezTo>
                    <a:pt x="36521" y="23196"/>
                    <a:pt x="39465" y="20342"/>
                    <a:pt x="37571" y="16165"/>
                  </a:cubicBezTo>
                  <a:cubicBezTo>
                    <a:pt x="36338" y="13495"/>
                    <a:pt x="33302" y="11304"/>
                    <a:pt x="31202" y="9204"/>
                  </a:cubicBezTo>
                  <a:cubicBezTo>
                    <a:pt x="28829" y="6830"/>
                    <a:pt x="26455" y="4273"/>
                    <a:pt x="23967" y="1991"/>
                  </a:cubicBezTo>
                  <a:cubicBezTo>
                    <a:pt x="22556" y="610"/>
                    <a:pt x="20995" y="1"/>
                    <a:pt x="194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04;p32">
              <a:extLst>
                <a:ext uri="{FF2B5EF4-FFF2-40B4-BE49-F238E27FC236}">
                  <a16:creationId xmlns:a16="http://schemas.microsoft.com/office/drawing/2014/main" id="{6EF92B8D-AF90-99E8-4D17-8F58AE820D92}"/>
                </a:ext>
              </a:extLst>
            </p:cNvPr>
            <p:cNvSpPr/>
            <p:nvPr/>
          </p:nvSpPr>
          <p:spPr>
            <a:xfrm>
              <a:off x="2808250" y="2418250"/>
              <a:ext cx="875375" cy="851125"/>
            </a:xfrm>
            <a:custGeom>
              <a:avLst/>
              <a:gdLst/>
              <a:ahLst/>
              <a:cxnLst/>
              <a:rect l="l" t="t" r="r" b="b"/>
              <a:pathLst>
                <a:path w="35015" h="34045" extrusionOk="0">
                  <a:moveTo>
                    <a:pt x="17499" y="0"/>
                  </a:moveTo>
                  <a:cubicBezTo>
                    <a:pt x="16332" y="0"/>
                    <a:pt x="15168" y="428"/>
                    <a:pt x="14266" y="1284"/>
                  </a:cubicBezTo>
                  <a:lnTo>
                    <a:pt x="1803" y="13838"/>
                  </a:lnTo>
                  <a:cubicBezTo>
                    <a:pt x="0" y="15550"/>
                    <a:pt x="0" y="18494"/>
                    <a:pt x="1803" y="20206"/>
                  </a:cubicBezTo>
                  <a:lnTo>
                    <a:pt x="14266" y="32760"/>
                  </a:lnTo>
                  <a:cubicBezTo>
                    <a:pt x="15168" y="33616"/>
                    <a:pt x="16332" y="34044"/>
                    <a:pt x="17499" y="34044"/>
                  </a:cubicBezTo>
                  <a:cubicBezTo>
                    <a:pt x="18666" y="34044"/>
                    <a:pt x="19835" y="33616"/>
                    <a:pt x="20748" y="32760"/>
                  </a:cubicBezTo>
                  <a:lnTo>
                    <a:pt x="33188" y="20206"/>
                  </a:lnTo>
                  <a:cubicBezTo>
                    <a:pt x="35014" y="18494"/>
                    <a:pt x="35014" y="15550"/>
                    <a:pt x="33188" y="13838"/>
                  </a:cubicBezTo>
                  <a:lnTo>
                    <a:pt x="20748" y="1284"/>
                  </a:lnTo>
                  <a:cubicBezTo>
                    <a:pt x="19835" y="428"/>
                    <a:pt x="18666" y="0"/>
                    <a:pt x="17499" y="0"/>
                  </a:cubicBezTo>
                  <a:close/>
                </a:path>
              </a:pathLst>
            </a:custGeom>
            <a:solidFill>
              <a:srgbClr val="4F6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RF3</a:t>
              </a:r>
              <a:endParaRPr sz="22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70" name="Google Shape;905;p32">
              <a:extLst>
                <a:ext uri="{FF2B5EF4-FFF2-40B4-BE49-F238E27FC236}">
                  <a16:creationId xmlns:a16="http://schemas.microsoft.com/office/drawing/2014/main" id="{A01EA378-6CD7-787A-8F03-3E98AC305B83}"/>
                </a:ext>
              </a:extLst>
            </p:cNvPr>
            <p:cNvSpPr/>
            <p:nvPr/>
          </p:nvSpPr>
          <p:spPr>
            <a:xfrm>
              <a:off x="3462252" y="2578612"/>
              <a:ext cx="3545194" cy="530400"/>
            </a:xfrm>
            <a:custGeom>
              <a:avLst/>
              <a:gdLst/>
              <a:ahLst/>
              <a:cxnLst/>
              <a:rect l="l" t="t" r="r" b="b"/>
              <a:pathLst>
                <a:path w="80333" h="27766" extrusionOk="0">
                  <a:moveTo>
                    <a:pt x="1" y="0"/>
                  </a:moveTo>
                  <a:lnTo>
                    <a:pt x="1" y="27766"/>
                  </a:lnTo>
                  <a:lnTo>
                    <a:pt x="80332" y="27766"/>
                  </a:lnTo>
                  <a:lnTo>
                    <a:pt x="80332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57200" tIns="91425" rIns="457200" bIns="91425" anchor="ctr" anchorCtr="0">
              <a:noAutofit/>
            </a:bodyPr>
            <a:lstStyle/>
            <a:p>
              <a:pPr>
                <a:buClr>
                  <a:schemeClr val="dk1"/>
                </a:buClr>
                <a:buSzPts val="1100"/>
              </a:pPr>
              <a:r>
                <a:rPr lang="pt-BR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O sistema deve permitir o cadastro de livros com título e autor.</a:t>
              </a:r>
            </a:p>
          </p:txBody>
        </p:sp>
      </p:grpSp>
      <p:grpSp>
        <p:nvGrpSpPr>
          <p:cNvPr id="971" name="Google Shape;907;p32">
            <a:extLst>
              <a:ext uri="{FF2B5EF4-FFF2-40B4-BE49-F238E27FC236}">
                <a16:creationId xmlns:a16="http://schemas.microsoft.com/office/drawing/2014/main" id="{5EEAAE66-9D07-3E99-B7EA-DA366267EB66}"/>
              </a:ext>
            </a:extLst>
          </p:cNvPr>
          <p:cNvGrpSpPr/>
          <p:nvPr/>
        </p:nvGrpSpPr>
        <p:grpSpPr>
          <a:xfrm>
            <a:off x="183888" y="3592343"/>
            <a:ext cx="4047406" cy="943225"/>
            <a:chOff x="2801400" y="3079850"/>
            <a:chExt cx="4227038" cy="943225"/>
          </a:xfrm>
        </p:grpSpPr>
        <p:sp>
          <p:nvSpPr>
            <p:cNvPr id="972" name="Google Shape;908;p32">
              <a:extLst>
                <a:ext uri="{FF2B5EF4-FFF2-40B4-BE49-F238E27FC236}">
                  <a16:creationId xmlns:a16="http://schemas.microsoft.com/office/drawing/2014/main" id="{11C65F2D-BBDF-EE2A-05BA-AE4B2E8A0226}"/>
                </a:ext>
              </a:extLst>
            </p:cNvPr>
            <p:cNvSpPr/>
            <p:nvPr/>
          </p:nvSpPr>
          <p:spPr>
            <a:xfrm>
              <a:off x="3281300" y="3230325"/>
              <a:ext cx="3747138" cy="647125"/>
            </a:xfrm>
            <a:custGeom>
              <a:avLst/>
              <a:gdLst/>
              <a:ahLst/>
              <a:cxnLst/>
              <a:rect l="l" t="t" r="r" b="b"/>
              <a:pathLst>
                <a:path w="140764" h="25885" extrusionOk="0">
                  <a:moveTo>
                    <a:pt x="0" y="0"/>
                  </a:moveTo>
                  <a:lnTo>
                    <a:pt x="0" y="25884"/>
                  </a:lnTo>
                  <a:lnTo>
                    <a:pt x="129077" y="25884"/>
                  </a:lnTo>
                  <a:cubicBezTo>
                    <a:pt x="135446" y="25884"/>
                    <a:pt x="140764" y="20634"/>
                    <a:pt x="140764" y="14175"/>
                  </a:cubicBezTo>
                  <a:lnTo>
                    <a:pt x="140764" y="11710"/>
                  </a:lnTo>
                  <a:cubicBezTo>
                    <a:pt x="140764" y="5227"/>
                    <a:pt x="135446" y="0"/>
                    <a:pt x="12907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09;p32">
              <a:extLst>
                <a:ext uri="{FF2B5EF4-FFF2-40B4-BE49-F238E27FC236}">
                  <a16:creationId xmlns:a16="http://schemas.microsoft.com/office/drawing/2014/main" id="{8718F370-78E7-26A6-E620-1EF44A35C847}"/>
                </a:ext>
              </a:extLst>
            </p:cNvPr>
            <p:cNvSpPr/>
            <p:nvPr/>
          </p:nvSpPr>
          <p:spPr>
            <a:xfrm>
              <a:off x="2801400" y="3079850"/>
              <a:ext cx="986650" cy="943225"/>
            </a:xfrm>
            <a:custGeom>
              <a:avLst/>
              <a:gdLst/>
              <a:ahLst/>
              <a:cxnLst/>
              <a:rect l="l" t="t" r="r" b="b"/>
              <a:pathLst>
                <a:path w="39466" h="37729" extrusionOk="0">
                  <a:moveTo>
                    <a:pt x="19196" y="3717"/>
                  </a:moveTo>
                  <a:cubicBezTo>
                    <a:pt x="20452" y="3717"/>
                    <a:pt x="21205" y="4584"/>
                    <a:pt x="21958" y="5338"/>
                  </a:cubicBezTo>
                  <a:lnTo>
                    <a:pt x="25108" y="8487"/>
                  </a:lnTo>
                  <a:cubicBezTo>
                    <a:pt x="27573" y="10953"/>
                    <a:pt x="29947" y="13418"/>
                    <a:pt x="32435" y="15814"/>
                  </a:cubicBezTo>
                  <a:cubicBezTo>
                    <a:pt x="33097" y="16476"/>
                    <a:pt x="33850" y="17047"/>
                    <a:pt x="34147" y="17891"/>
                  </a:cubicBezTo>
                  <a:cubicBezTo>
                    <a:pt x="34809" y="19329"/>
                    <a:pt x="33850" y="20471"/>
                    <a:pt x="33006" y="21315"/>
                  </a:cubicBezTo>
                  <a:cubicBezTo>
                    <a:pt x="30335" y="23986"/>
                    <a:pt x="27756" y="26542"/>
                    <a:pt x="25108" y="29213"/>
                  </a:cubicBezTo>
                  <a:cubicBezTo>
                    <a:pt x="23737" y="30584"/>
                    <a:pt x="21326" y="33903"/>
                    <a:pt x="19001" y="33903"/>
                  </a:cubicBezTo>
                  <a:cubicBezTo>
                    <a:pt x="18424" y="33903"/>
                    <a:pt x="17852" y="33698"/>
                    <a:pt x="17302" y="33207"/>
                  </a:cubicBezTo>
                  <a:lnTo>
                    <a:pt x="17302" y="33207"/>
                  </a:lnTo>
                  <a:cubicBezTo>
                    <a:pt x="17302" y="33207"/>
                    <a:pt x="17302" y="33207"/>
                    <a:pt x="17302" y="33207"/>
                  </a:cubicBezTo>
                  <a:cubicBezTo>
                    <a:pt x="13307" y="29213"/>
                    <a:pt x="9313" y="25310"/>
                    <a:pt x="5410" y="21315"/>
                  </a:cubicBezTo>
                  <a:cubicBezTo>
                    <a:pt x="4474" y="20379"/>
                    <a:pt x="3607" y="19238"/>
                    <a:pt x="4177" y="17891"/>
                  </a:cubicBezTo>
                  <a:cubicBezTo>
                    <a:pt x="4565" y="17047"/>
                    <a:pt x="5410" y="16385"/>
                    <a:pt x="5981" y="15700"/>
                  </a:cubicBezTo>
                  <a:cubicBezTo>
                    <a:pt x="8468" y="13235"/>
                    <a:pt x="10934" y="10861"/>
                    <a:pt x="13399" y="8396"/>
                  </a:cubicBezTo>
                  <a:cubicBezTo>
                    <a:pt x="14745" y="7049"/>
                    <a:pt x="17028" y="3717"/>
                    <a:pt x="19196" y="3717"/>
                  </a:cubicBezTo>
                  <a:close/>
                  <a:moveTo>
                    <a:pt x="19396" y="1"/>
                  </a:moveTo>
                  <a:cubicBezTo>
                    <a:pt x="17404" y="1"/>
                    <a:pt x="15444" y="970"/>
                    <a:pt x="13787" y="2576"/>
                  </a:cubicBezTo>
                  <a:cubicBezTo>
                    <a:pt x="11025" y="5338"/>
                    <a:pt x="8263" y="8099"/>
                    <a:pt x="5501" y="10861"/>
                  </a:cubicBezTo>
                  <a:cubicBezTo>
                    <a:pt x="3127" y="13235"/>
                    <a:pt x="0" y="15609"/>
                    <a:pt x="274" y="19329"/>
                  </a:cubicBezTo>
                  <a:cubicBezTo>
                    <a:pt x="571" y="23027"/>
                    <a:pt x="4657" y="25880"/>
                    <a:pt x="7030" y="28368"/>
                  </a:cubicBezTo>
                  <a:cubicBezTo>
                    <a:pt x="9566" y="30792"/>
                    <a:pt x="11991" y="33303"/>
                    <a:pt x="14502" y="35751"/>
                  </a:cubicBezTo>
                  <a:lnTo>
                    <a:pt x="14502" y="35751"/>
                  </a:lnTo>
                  <a:cubicBezTo>
                    <a:pt x="14542" y="35794"/>
                    <a:pt x="14585" y="35836"/>
                    <a:pt x="14631" y="35878"/>
                  </a:cubicBezTo>
                  <a:cubicBezTo>
                    <a:pt x="14631" y="35878"/>
                    <a:pt x="14631" y="35878"/>
                    <a:pt x="14631" y="35878"/>
                  </a:cubicBezTo>
                  <a:lnTo>
                    <a:pt x="14631" y="35878"/>
                  </a:lnTo>
                  <a:cubicBezTo>
                    <a:pt x="14773" y="36027"/>
                    <a:pt x="14921" y="36145"/>
                    <a:pt x="15073" y="36235"/>
                  </a:cubicBezTo>
                  <a:lnTo>
                    <a:pt x="15073" y="36235"/>
                  </a:lnTo>
                  <a:cubicBezTo>
                    <a:pt x="16350" y="37196"/>
                    <a:pt x="17842" y="37729"/>
                    <a:pt x="19340" y="37729"/>
                  </a:cubicBezTo>
                  <a:cubicBezTo>
                    <a:pt x="20598" y="37729"/>
                    <a:pt x="21862" y="37353"/>
                    <a:pt x="23008" y="36540"/>
                  </a:cubicBezTo>
                  <a:cubicBezTo>
                    <a:pt x="23876" y="35969"/>
                    <a:pt x="24537" y="35216"/>
                    <a:pt x="25199" y="34440"/>
                  </a:cubicBezTo>
                  <a:cubicBezTo>
                    <a:pt x="28144" y="31587"/>
                    <a:pt x="30997" y="28642"/>
                    <a:pt x="33850" y="25789"/>
                  </a:cubicBezTo>
                  <a:cubicBezTo>
                    <a:pt x="36521" y="23118"/>
                    <a:pt x="39465" y="20265"/>
                    <a:pt x="37571" y="16180"/>
                  </a:cubicBezTo>
                  <a:cubicBezTo>
                    <a:pt x="36315" y="13532"/>
                    <a:pt x="33280" y="11249"/>
                    <a:pt x="31180" y="9241"/>
                  </a:cubicBezTo>
                  <a:cubicBezTo>
                    <a:pt x="28806" y="6776"/>
                    <a:pt x="26432" y="4288"/>
                    <a:pt x="23967" y="1914"/>
                  </a:cubicBezTo>
                  <a:cubicBezTo>
                    <a:pt x="22510" y="586"/>
                    <a:pt x="20943" y="1"/>
                    <a:pt x="1939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10;p32">
              <a:extLst>
                <a:ext uri="{FF2B5EF4-FFF2-40B4-BE49-F238E27FC236}">
                  <a16:creationId xmlns:a16="http://schemas.microsoft.com/office/drawing/2014/main" id="{C41F7102-35C6-183F-1A85-B0A914DCC4A5}"/>
                </a:ext>
              </a:extLst>
            </p:cNvPr>
            <p:cNvSpPr/>
            <p:nvPr/>
          </p:nvSpPr>
          <p:spPr>
            <a:xfrm>
              <a:off x="2844200" y="3124675"/>
              <a:ext cx="874800" cy="852700"/>
            </a:xfrm>
            <a:custGeom>
              <a:avLst/>
              <a:gdLst/>
              <a:ahLst/>
              <a:cxnLst/>
              <a:rect l="l" t="t" r="r" b="b"/>
              <a:pathLst>
                <a:path w="34992" h="34108" extrusionOk="0">
                  <a:moveTo>
                    <a:pt x="17496" y="1"/>
                  </a:moveTo>
                  <a:cubicBezTo>
                    <a:pt x="16332" y="1"/>
                    <a:pt x="15168" y="452"/>
                    <a:pt x="14266" y="1353"/>
                  </a:cubicBezTo>
                  <a:lnTo>
                    <a:pt x="1803" y="13816"/>
                  </a:lnTo>
                  <a:cubicBezTo>
                    <a:pt x="0" y="15619"/>
                    <a:pt x="0" y="18472"/>
                    <a:pt x="1803" y="20298"/>
                  </a:cubicBezTo>
                  <a:lnTo>
                    <a:pt x="14266" y="32738"/>
                  </a:lnTo>
                  <a:cubicBezTo>
                    <a:pt x="15168" y="33651"/>
                    <a:pt x="16332" y="34108"/>
                    <a:pt x="17496" y="34108"/>
                  </a:cubicBezTo>
                  <a:cubicBezTo>
                    <a:pt x="18660" y="34108"/>
                    <a:pt x="19824" y="33651"/>
                    <a:pt x="20726" y="32738"/>
                  </a:cubicBezTo>
                  <a:lnTo>
                    <a:pt x="33188" y="20298"/>
                  </a:lnTo>
                  <a:cubicBezTo>
                    <a:pt x="34991" y="18472"/>
                    <a:pt x="34991" y="15619"/>
                    <a:pt x="33188" y="13816"/>
                  </a:cubicBezTo>
                  <a:lnTo>
                    <a:pt x="20726" y="1353"/>
                  </a:lnTo>
                  <a:cubicBezTo>
                    <a:pt x="19824" y="452"/>
                    <a:pt x="18660" y="1"/>
                    <a:pt x="17496" y="1"/>
                  </a:cubicBezTo>
                  <a:close/>
                </a:path>
              </a:pathLst>
            </a:custGeom>
            <a:solidFill>
              <a:srgbClr val="7962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 b="1" dirty="0">
                  <a:solidFill>
                    <a:schemeClr val="lt1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RF4</a:t>
              </a:r>
              <a:endParaRPr sz="2200" b="1" dirty="0">
                <a:solidFill>
                  <a:schemeClr val="lt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975" name="Google Shape;911;p32">
              <a:extLst>
                <a:ext uri="{FF2B5EF4-FFF2-40B4-BE49-F238E27FC236}">
                  <a16:creationId xmlns:a16="http://schemas.microsoft.com/office/drawing/2014/main" id="{CB7F8642-F911-46F5-01D0-326019D88B97}"/>
                </a:ext>
              </a:extLst>
            </p:cNvPr>
            <p:cNvSpPr/>
            <p:nvPr/>
          </p:nvSpPr>
          <p:spPr>
            <a:xfrm>
              <a:off x="3462252" y="3288687"/>
              <a:ext cx="3449901" cy="530400"/>
            </a:xfrm>
            <a:custGeom>
              <a:avLst/>
              <a:gdLst/>
              <a:ahLst/>
              <a:cxnLst/>
              <a:rect l="l" t="t" r="r" b="b"/>
              <a:pathLst>
                <a:path w="80333" h="27766" extrusionOk="0">
                  <a:moveTo>
                    <a:pt x="1" y="0"/>
                  </a:moveTo>
                  <a:lnTo>
                    <a:pt x="1" y="27766"/>
                  </a:lnTo>
                  <a:lnTo>
                    <a:pt x="80332" y="27766"/>
                  </a:lnTo>
                  <a:lnTo>
                    <a:pt x="80332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457200" tIns="91425" rIns="457200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200" dirty="0">
                  <a:solidFill>
                    <a:schemeClr val="dk1"/>
                  </a:solidFill>
                  <a:latin typeface="Roboto"/>
                  <a:ea typeface="Roboto"/>
                  <a:cs typeface="Roboto"/>
                </a:rPr>
                <a:t>O sistema deve gerar relatório de atrasos.</a:t>
              </a:r>
              <a:endParaRPr lang="pt-BR" sz="12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9D55C-7C72-48BA-A70F-B03DCBD2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DE TESTE</a:t>
            </a:r>
          </a:p>
        </p:txBody>
      </p:sp>
      <p:graphicFrame>
        <p:nvGraphicFramePr>
          <p:cNvPr id="3" name="Tabela 3">
            <a:extLst>
              <a:ext uri="{FF2B5EF4-FFF2-40B4-BE49-F238E27FC236}">
                <a16:creationId xmlns:a16="http://schemas.microsoft.com/office/drawing/2014/main" id="{6B6DF2A5-48CE-4078-B719-B1BBDFB25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40462"/>
              </p:ext>
            </p:extLst>
          </p:nvPr>
        </p:nvGraphicFramePr>
        <p:xfrm>
          <a:off x="907200" y="878400"/>
          <a:ext cx="7498800" cy="4088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696">
                  <a:extLst>
                    <a:ext uri="{9D8B030D-6E8A-4147-A177-3AD203B41FA5}">
                      <a16:colId xmlns:a16="http://schemas.microsoft.com/office/drawing/2014/main" val="1555291954"/>
                    </a:ext>
                  </a:extLst>
                </a:gridCol>
                <a:gridCol w="1485296">
                  <a:extLst>
                    <a:ext uri="{9D8B030D-6E8A-4147-A177-3AD203B41FA5}">
                      <a16:colId xmlns:a16="http://schemas.microsoft.com/office/drawing/2014/main" val="836017457"/>
                    </a:ext>
                  </a:extLst>
                </a:gridCol>
                <a:gridCol w="1485296">
                  <a:extLst>
                    <a:ext uri="{9D8B030D-6E8A-4147-A177-3AD203B41FA5}">
                      <a16:colId xmlns:a16="http://schemas.microsoft.com/office/drawing/2014/main" val="3873607158"/>
                    </a:ext>
                  </a:extLst>
                </a:gridCol>
                <a:gridCol w="1485296">
                  <a:extLst>
                    <a:ext uri="{9D8B030D-6E8A-4147-A177-3AD203B41FA5}">
                      <a16:colId xmlns:a16="http://schemas.microsoft.com/office/drawing/2014/main" val="2531204986"/>
                    </a:ext>
                  </a:extLst>
                </a:gridCol>
                <a:gridCol w="1525216">
                  <a:extLst>
                    <a:ext uri="{9D8B030D-6E8A-4147-A177-3AD203B41FA5}">
                      <a16:colId xmlns:a16="http://schemas.microsoft.com/office/drawing/2014/main" val="1824173100"/>
                    </a:ext>
                  </a:extLst>
                </a:gridCol>
              </a:tblGrid>
              <a:tr h="431144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FUNCIONALIDADE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CENÁRIO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PASSOS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RESULTADO ESPERADO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14248"/>
                  </a:ext>
                </a:extLst>
              </a:tr>
              <a:tr h="431144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CT01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Cadastro de usuário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Cadastro válido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1) Informar nome válido, e-mail único e senha com ≥ 4 caracteres. </a:t>
                      </a:r>
                      <a:br>
                        <a:rPr lang="pt-BR" sz="1000" dirty="0"/>
                      </a:br>
                      <a:r>
                        <a:rPr lang="pt-BR" sz="1000" dirty="0"/>
                        <a:t>2) Submeter cadastro.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Usuário criado com identificador gerado; dados persistidos na sessão em memória.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3959908"/>
                  </a:ext>
                </a:extLst>
              </a:tr>
              <a:tr h="427230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CT02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Cadastro de usuário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E-mail duplicado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/>
                        <a:t>1) Cadastrar usuário com e-mail a@b.com. </a:t>
                      </a:r>
                      <a:br>
                        <a:rPr lang="pt-BR" sz="1000"/>
                      </a:br>
                      <a:r>
                        <a:rPr lang="pt-BR" sz="1000"/>
                        <a:t>2) Cadastrar outro usuário com o mesmo e-mail.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Sistema rejeita com mensagem indicando e-mail já cadastrado.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369865"/>
                  </a:ext>
                </a:extLst>
              </a:tr>
              <a:tr h="431144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CT03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Cadastro de usuário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 muito curto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1) Informar nome com 1 caractere e demais campos válidos.2) Submeter.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Sistema rejeita cadastro (nome inválido).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361366"/>
                  </a:ext>
                </a:extLst>
              </a:tr>
              <a:tr h="431144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CT04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Cadastro de usuário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E-mail inválido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1) Informar e-mail sem formato válido. </a:t>
                      </a:r>
                      <a:br>
                        <a:rPr lang="pt-BR" sz="1000" dirty="0"/>
                      </a:br>
                      <a:r>
                        <a:rPr lang="pt-BR" sz="1000" dirty="0"/>
                        <a:t>2) Submeter.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Sistema rejeita cadastro (e-mail inválido).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188663"/>
                  </a:ext>
                </a:extLst>
              </a:tr>
              <a:tr h="431144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CT05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Cadastro de usuário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Senha curta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1) Informar senha com menos de 4 caracteres. </a:t>
                      </a:r>
                      <a:br>
                        <a:rPr lang="pt-BR" sz="1000" dirty="0"/>
                      </a:br>
                      <a:r>
                        <a:rPr lang="pt-BR" sz="1000" dirty="0"/>
                        <a:t>2) Submeter.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Sistema rejeita cadastro (senha inválida).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556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5536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9D55C-7C72-48BA-A70F-B03DCBD28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DE TESTE</a:t>
            </a:r>
          </a:p>
        </p:txBody>
      </p:sp>
      <p:graphicFrame>
        <p:nvGraphicFramePr>
          <p:cNvPr id="3" name="Tabela 3">
            <a:extLst>
              <a:ext uri="{FF2B5EF4-FFF2-40B4-BE49-F238E27FC236}">
                <a16:creationId xmlns:a16="http://schemas.microsoft.com/office/drawing/2014/main" id="{6B6DF2A5-48CE-4078-B719-B1BBDFB251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651894"/>
              </p:ext>
            </p:extLst>
          </p:nvPr>
        </p:nvGraphicFramePr>
        <p:xfrm>
          <a:off x="806400" y="1051200"/>
          <a:ext cx="7498800" cy="3396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696">
                  <a:extLst>
                    <a:ext uri="{9D8B030D-6E8A-4147-A177-3AD203B41FA5}">
                      <a16:colId xmlns:a16="http://schemas.microsoft.com/office/drawing/2014/main" val="1555291954"/>
                    </a:ext>
                  </a:extLst>
                </a:gridCol>
                <a:gridCol w="1485296">
                  <a:extLst>
                    <a:ext uri="{9D8B030D-6E8A-4147-A177-3AD203B41FA5}">
                      <a16:colId xmlns:a16="http://schemas.microsoft.com/office/drawing/2014/main" val="836017457"/>
                    </a:ext>
                  </a:extLst>
                </a:gridCol>
                <a:gridCol w="1485296">
                  <a:extLst>
                    <a:ext uri="{9D8B030D-6E8A-4147-A177-3AD203B41FA5}">
                      <a16:colId xmlns:a16="http://schemas.microsoft.com/office/drawing/2014/main" val="3873607158"/>
                    </a:ext>
                  </a:extLst>
                </a:gridCol>
                <a:gridCol w="1485296">
                  <a:extLst>
                    <a:ext uri="{9D8B030D-6E8A-4147-A177-3AD203B41FA5}">
                      <a16:colId xmlns:a16="http://schemas.microsoft.com/office/drawing/2014/main" val="2531204986"/>
                    </a:ext>
                  </a:extLst>
                </a:gridCol>
                <a:gridCol w="1525216">
                  <a:extLst>
                    <a:ext uri="{9D8B030D-6E8A-4147-A177-3AD203B41FA5}">
                      <a16:colId xmlns:a16="http://schemas.microsoft.com/office/drawing/2014/main" val="1824173100"/>
                    </a:ext>
                  </a:extLst>
                </a:gridCol>
              </a:tblGrid>
              <a:tr h="431144"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FUNCIONALIDADE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CENÁRIO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PASSOS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/>
                        <a:t>RESULTADO ESPERADO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9114248"/>
                  </a:ext>
                </a:extLst>
              </a:tr>
              <a:tr h="431144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CT06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Credenciais válidas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1) Cadastrar usuário. </a:t>
                      </a:r>
                      <a:br>
                        <a:rPr lang="pt-BR" sz="1000" dirty="0"/>
                      </a:br>
                      <a:r>
                        <a:rPr lang="pt-BR" sz="1000" dirty="0"/>
                        <a:t>2) Autenticar com mesmo e-mail e senha.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Login bem-sucedido; retorno do identificador do usuário.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3959908"/>
                  </a:ext>
                </a:extLst>
              </a:tr>
              <a:tr h="427230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CT07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Senha incorreta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1) Cadastrar usuário. </a:t>
                      </a:r>
                      <a:br>
                        <a:rPr lang="pt-BR" sz="1000" dirty="0"/>
                      </a:br>
                      <a:r>
                        <a:rPr lang="pt-BR" sz="1000" dirty="0"/>
                        <a:t>2) Autenticar com senha errada.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Falha de login; mensagem de credenciais inválidas.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8369865"/>
                  </a:ext>
                </a:extLst>
              </a:tr>
              <a:tr h="431144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CT08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Usuário inexistente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1) Tentar login com e-mail não cadastrado.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Falha de login; credenciais inválidas.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361366"/>
                  </a:ext>
                </a:extLst>
              </a:tr>
              <a:tr h="431144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CT09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Cadastro de livro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Livro válido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1) Cadastrar título e autor válidos.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Livro criado e listado como disponível.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188663"/>
                  </a:ext>
                </a:extLst>
              </a:tr>
              <a:tr h="431144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CT10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Empréstimo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Fluxo feliz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1) Cadastrar usuário e livro.2) Emprestar livro ao usuário.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Empréstimo criado; livro sai da lista de disponíveis; aparece no relatório de emprestados.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556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690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4" name="Google Shape;1694;p46"/>
          <p:cNvSpPr txBox="1">
            <a:spLocks noGrp="1"/>
          </p:cNvSpPr>
          <p:nvPr>
            <p:ph type="title"/>
          </p:nvPr>
        </p:nvSpPr>
        <p:spPr>
          <a:xfrm>
            <a:off x="483675" y="301125"/>
            <a:ext cx="7960414" cy="48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TESTE DE SOFTWARE</a:t>
            </a:r>
            <a:endParaRPr dirty="0"/>
          </a:p>
        </p:txBody>
      </p:sp>
      <p:sp>
        <p:nvSpPr>
          <p:cNvPr id="1696" name="Google Shape;1696;p46"/>
          <p:cNvSpPr txBox="1"/>
          <p:nvPr/>
        </p:nvSpPr>
        <p:spPr>
          <a:xfrm>
            <a:off x="6063361" y="2984634"/>
            <a:ext cx="2621586" cy="1663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Testes de validação de dados como e-mail, senha e nome, mostraram-se eficazes na prevenção de entradas inválidas.</a:t>
            </a:r>
            <a:endParaRPr sz="1200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98" name="Google Shape;1698;p46"/>
          <p:cNvGrpSpPr/>
          <p:nvPr/>
        </p:nvGrpSpPr>
        <p:grpSpPr>
          <a:xfrm>
            <a:off x="475721" y="2984639"/>
            <a:ext cx="2496895" cy="1621225"/>
            <a:chOff x="457187" y="1434480"/>
            <a:chExt cx="2496895" cy="881737"/>
          </a:xfrm>
        </p:grpSpPr>
        <p:sp>
          <p:nvSpPr>
            <p:cNvPr id="1699" name="Google Shape;1699;p46"/>
            <p:cNvSpPr txBox="1"/>
            <p:nvPr/>
          </p:nvSpPr>
          <p:spPr>
            <a:xfrm>
              <a:off x="457188" y="1434480"/>
              <a:ext cx="2264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dirty="0">
                <a:solidFill>
                  <a:srgbClr val="2B8597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00" name="Google Shape;1700;p46"/>
            <p:cNvSpPr txBox="1"/>
            <p:nvPr/>
          </p:nvSpPr>
          <p:spPr>
            <a:xfrm>
              <a:off x="457187" y="1530337"/>
              <a:ext cx="2496895" cy="7858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dirty="0">
                  <a:solidFill>
                    <a:srgbClr val="0D0D0D"/>
                  </a:solidFill>
                  <a:highlight>
                    <a:srgbClr val="FFFFFF"/>
                  </a:highligh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Taxa de sucesso obtida foi de 100% de aprovação, indicando que todas as funcionalidades se comportaram conforme o esperado.</a:t>
              </a:r>
              <a:endParaRPr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grpSp>
        <p:nvGrpSpPr>
          <p:cNvPr id="1701" name="Google Shape;1701;p46"/>
          <p:cNvGrpSpPr/>
          <p:nvPr/>
        </p:nvGrpSpPr>
        <p:grpSpPr>
          <a:xfrm>
            <a:off x="6313939" y="860536"/>
            <a:ext cx="2547081" cy="2202309"/>
            <a:chOff x="6572954" y="767713"/>
            <a:chExt cx="2547081" cy="881737"/>
          </a:xfrm>
        </p:grpSpPr>
        <p:sp>
          <p:nvSpPr>
            <p:cNvPr id="1702" name="Google Shape;1702;p46"/>
            <p:cNvSpPr txBox="1"/>
            <p:nvPr/>
          </p:nvSpPr>
          <p:spPr>
            <a:xfrm>
              <a:off x="6572954" y="847710"/>
              <a:ext cx="2547081" cy="8017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0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Testes relacionados às regras de negócio, como limite de empréstimos, indisponibilidade de livros e controle de devoluções, foram fundamentais para garantir a robustez do sistema</a:t>
              </a:r>
              <a:r>
                <a:rPr lang="pt-BR" sz="1600" b="0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Söhne"/>
                </a:rPr>
                <a:t>.</a:t>
              </a:r>
              <a:endParaRPr sz="1200" dirty="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03" name="Google Shape;1703;p46"/>
            <p:cNvSpPr txBox="1"/>
            <p:nvPr/>
          </p:nvSpPr>
          <p:spPr>
            <a:xfrm>
              <a:off x="6678963" y="767713"/>
              <a:ext cx="2441072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dirty="0">
                <a:solidFill>
                  <a:srgbClr val="4F67A2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grpSp>
        <p:nvGrpSpPr>
          <p:cNvPr id="1704" name="Google Shape;1704;p46"/>
          <p:cNvGrpSpPr/>
          <p:nvPr/>
        </p:nvGrpSpPr>
        <p:grpSpPr>
          <a:xfrm>
            <a:off x="475722" y="767894"/>
            <a:ext cx="2458858" cy="2216741"/>
            <a:chOff x="457188" y="1434480"/>
            <a:chExt cx="2458858" cy="881736"/>
          </a:xfrm>
        </p:grpSpPr>
        <p:sp>
          <p:nvSpPr>
            <p:cNvPr id="1705" name="Google Shape;1705;p46"/>
            <p:cNvSpPr txBox="1"/>
            <p:nvPr/>
          </p:nvSpPr>
          <p:spPr>
            <a:xfrm>
              <a:off x="457188" y="1434480"/>
              <a:ext cx="2264700" cy="429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700" dirty="0">
                <a:solidFill>
                  <a:srgbClr val="796295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  <p:sp>
          <p:nvSpPr>
            <p:cNvPr id="1706" name="Google Shape;1706;p46"/>
            <p:cNvSpPr txBox="1"/>
            <p:nvPr/>
          </p:nvSpPr>
          <p:spPr>
            <a:xfrm>
              <a:off x="457188" y="1578178"/>
              <a:ext cx="2458858" cy="738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 b="0" i="0" dirty="0">
                  <a:solidFill>
                    <a:srgbClr val="0D0D0D"/>
                  </a:solidFill>
                  <a:effectLst/>
                  <a:highlight>
                    <a:srgbClr val="FFFFFF"/>
                  </a:highligh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Execução dos testes automatizados,</a:t>
              </a:r>
              <a:r>
                <a:rPr lang="pt-BR" sz="1200" dirty="0">
                  <a:solidFill>
                    <a:srgbClr val="0D0D0D"/>
                  </a:solidFill>
                  <a:highlight>
                    <a:srgbClr val="FFFFFF"/>
                  </a:highligh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por meio da ferramenta </a:t>
              </a:r>
              <a:r>
                <a:rPr lang="pt-BR" sz="1200" dirty="0" err="1">
                  <a:solidFill>
                    <a:srgbClr val="0D0D0D"/>
                  </a:solidFill>
                  <a:highlight>
                    <a:srgbClr val="FFFFFF"/>
                  </a:highligh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pytest</a:t>
              </a:r>
              <a:r>
                <a:rPr lang="pt-BR" sz="1200" dirty="0">
                  <a:solidFill>
                    <a:srgbClr val="0D0D0D"/>
                  </a:solidFill>
                  <a:highlight>
                    <a:srgbClr val="FFFFFF"/>
                  </a:highlight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, demonstrou que o sistema atende de forma satisfatória aos requisitos funcionais e não funcionais.</a:t>
              </a:r>
              <a:endParaRPr lang="en-US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oboto"/>
              </a:endParaRPr>
            </a:p>
          </p:txBody>
        </p:sp>
      </p:grpSp>
      <p:sp>
        <p:nvSpPr>
          <p:cNvPr id="1707" name="Google Shape;1707;p46"/>
          <p:cNvSpPr/>
          <p:nvPr/>
        </p:nvSpPr>
        <p:spPr>
          <a:xfrm>
            <a:off x="5135574" y="2989833"/>
            <a:ext cx="46" cy="850820"/>
          </a:xfrm>
          <a:custGeom>
            <a:avLst/>
            <a:gdLst/>
            <a:ahLst/>
            <a:cxnLst/>
            <a:rect l="l" t="t" r="r" b="b"/>
            <a:pathLst>
              <a:path w="1" h="18421" extrusionOk="0">
                <a:moveTo>
                  <a:pt x="1" y="0"/>
                </a:moveTo>
                <a:lnTo>
                  <a:pt x="1" y="384"/>
                </a:lnTo>
                <a:lnTo>
                  <a:pt x="1" y="18036"/>
                </a:lnTo>
                <a:lnTo>
                  <a:pt x="1" y="18420"/>
                </a:lnTo>
                <a:close/>
              </a:path>
            </a:pathLst>
          </a:custGeom>
          <a:solidFill>
            <a:srgbClr val="DBDBD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8" name="Google Shape;1708;p46"/>
          <p:cNvSpPr/>
          <p:nvPr/>
        </p:nvSpPr>
        <p:spPr>
          <a:xfrm>
            <a:off x="3317758" y="2145171"/>
            <a:ext cx="156156" cy="50944"/>
          </a:xfrm>
          <a:custGeom>
            <a:avLst/>
            <a:gdLst/>
            <a:ahLst/>
            <a:cxnLst/>
            <a:rect l="l" t="t" r="r" b="b"/>
            <a:pathLst>
              <a:path w="4935" h="1610" extrusionOk="0">
                <a:moveTo>
                  <a:pt x="3108" y="312"/>
                </a:moveTo>
                <a:lnTo>
                  <a:pt x="3108" y="1152"/>
                </a:lnTo>
                <a:lnTo>
                  <a:pt x="4259" y="1152"/>
                </a:lnTo>
                <a:cubicBezTo>
                  <a:pt x="4332" y="1152"/>
                  <a:pt x="4405" y="1225"/>
                  <a:pt x="4478" y="1225"/>
                </a:cubicBezTo>
                <a:lnTo>
                  <a:pt x="531" y="1225"/>
                </a:lnTo>
                <a:cubicBezTo>
                  <a:pt x="604" y="1225"/>
                  <a:pt x="677" y="1152"/>
                  <a:pt x="750" y="1152"/>
                </a:cubicBezTo>
                <a:lnTo>
                  <a:pt x="1901" y="1152"/>
                </a:lnTo>
                <a:lnTo>
                  <a:pt x="1901" y="312"/>
                </a:lnTo>
                <a:close/>
                <a:moveTo>
                  <a:pt x="1518" y="1"/>
                </a:moveTo>
                <a:lnTo>
                  <a:pt x="1518" y="842"/>
                </a:lnTo>
                <a:lnTo>
                  <a:pt x="750" y="842"/>
                </a:lnTo>
                <a:cubicBezTo>
                  <a:pt x="366" y="842"/>
                  <a:pt x="147" y="1152"/>
                  <a:pt x="74" y="1372"/>
                </a:cubicBezTo>
                <a:lnTo>
                  <a:pt x="1" y="1609"/>
                </a:lnTo>
                <a:lnTo>
                  <a:pt x="4935" y="1609"/>
                </a:lnTo>
                <a:lnTo>
                  <a:pt x="4935" y="1372"/>
                </a:lnTo>
                <a:cubicBezTo>
                  <a:pt x="4862" y="1152"/>
                  <a:pt x="4569" y="842"/>
                  <a:pt x="4259" y="842"/>
                </a:cubicBezTo>
                <a:lnTo>
                  <a:pt x="3418" y="842"/>
                </a:lnTo>
                <a:lnTo>
                  <a:pt x="3418" y="1"/>
                </a:lnTo>
                <a:close/>
              </a:path>
            </a:pathLst>
          </a:custGeom>
          <a:solidFill>
            <a:srgbClr val="0D21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09" name="Google Shape;1709;p46"/>
          <p:cNvGrpSpPr/>
          <p:nvPr/>
        </p:nvGrpSpPr>
        <p:grpSpPr>
          <a:xfrm>
            <a:off x="4738885" y="1438599"/>
            <a:ext cx="1504990" cy="1104076"/>
            <a:chOff x="4738885" y="1438599"/>
            <a:chExt cx="1504990" cy="1104076"/>
          </a:xfrm>
        </p:grpSpPr>
        <p:sp>
          <p:nvSpPr>
            <p:cNvPr id="1710" name="Google Shape;1710;p46"/>
            <p:cNvSpPr/>
            <p:nvPr/>
          </p:nvSpPr>
          <p:spPr>
            <a:xfrm rot="10800000">
              <a:off x="4738885" y="1438609"/>
              <a:ext cx="1041741" cy="1104066"/>
            </a:xfrm>
            <a:custGeom>
              <a:avLst/>
              <a:gdLst/>
              <a:ahLst/>
              <a:cxnLst/>
              <a:rect l="l" t="t" r="r" b="b"/>
              <a:pathLst>
                <a:path w="23977" h="23904" extrusionOk="0">
                  <a:moveTo>
                    <a:pt x="2194" y="1"/>
                  </a:moveTo>
                  <a:cubicBezTo>
                    <a:pt x="988" y="1"/>
                    <a:pt x="1" y="988"/>
                    <a:pt x="1" y="2139"/>
                  </a:cubicBezTo>
                  <a:lnTo>
                    <a:pt x="1" y="21783"/>
                  </a:lnTo>
                  <a:cubicBezTo>
                    <a:pt x="1" y="22990"/>
                    <a:pt x="988" y="23903"/>
                    <a:pt x="2194" y="23903"/>
                  </a:cubicBezTo>
                  <a:lnTo>
                    <a:pt x="21765" y="23903"/>
                  </a:lnTo>
                  <a:cubicBezTo>
                    <a:pt x="22990" y="23903"/>
                    <a:pt x="23976" y="22990"/>
                    <a:pt x="23976" y="21783"/>
                  </a:cubicBezTo>
                  <a:lnTo>
                    <a:pt x="23976" y="2139"/>
                  </a:lnTo>
                  <a:cubicBezTo>
                    <a:pt x="23976" y="988"/>
                    <a:pt x="22990" y="1"/>
                    <a:pt x="21765" y="1"/>
                  </a:cubicBezTo>
                  <a:close/>
                </a:path>
              </a:pathLst>
            </a:custGeom>
            <a:solidFill>
              <a:srgbClr val="4F6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1" name="Google Shape;1711;p46"/>
            <p:cNvSpPr/>
            <p:nvPr/>
          </p:nvSpPr>
          <p:spPr>
            <a:xfrm rot="10800000">
              <a:off x="5110022" y="1438599"/>
              <a:ext cx="724266" cy="1104066"/>
            </a:xfrm>
            <a:custGeom>
              <a:avLst/>
              <a:gdLst/>
              <a:ahLst/>
              <a:cxnLst/>
              <a:rect l="l" t="t" r="r" b="b"/>
              <a:pathLst>
                <a:path w="15681" h="23904" extrusionOk="0">
                  <a:moveTo>
                    <a:pt x="3108" y="1"/>
                  </a:moveTo>
                  <a:cubicBezTo>
                    <a:pt x="1445" y="1"/>
                    <a:pt x="1" y="1372"/>
                    <a:pt x="1" y="3126"/>
                  </a:cubicBezTo>
                  <a:lnTo>
                    <a:pt x="1" y="20778"/>
                  </a:lnTo>
                  <a:cubicBezTo>
                    <a:pt x="1" y="22533"/>
                    <a:pt x="1445" y="23903"/>
                    <a:pt x="3108" y="23903"/>
                  </a:cubicBezTo>
                  <a:lnTo>
                    <a:pt x="3656" y="23903"/>
                  </a:lnTo>
                  <a:lnTo>
                    <a:pt x="15680" y="11952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rgbClr val="8BA2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2" name="Google Shape;1712;p46"/>
            <p:cNvSpPr/>
            <p:nvPr/>
          </p:nvSpPr>
          <p:spPr>
            <a:xfrm rot="10800000">
              <a:off x="5445339" y="1589678"/>
              <a:ext cx="798536" cy="798490"/>
            </a:xfrm>
            <a:custGeom>
              <a:avLst/>
              <a:gdLst/>
              <a:ahLst/>
              <a:cxnLst/>
              <a:rect l="l" t="t" r="r" b="b"/>
              <a:pathLst>
                <a:path w="17289" h="17288" extrusionOk="0">
                  <a:moveTo>
                    <a:pt x="8608" y="0"/>
                  </a:moveTo>
                  <a:lnTo>
                    <a:pt x="1" y="8607"/>
                  </a:lnTo>
                  <a:lnTo>
                    <a:pt x="8608" y="17287"/>
                  </a:lnTo>
                  <a:lnTo>
                    <a:pt x="17288" y="8607"/>
                  </a:lnTo>
                  <a:lnTo>
                    <a:pt x="8608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13" name="Google Shape;1713;p46"/>
            <p:cNvGrpSpPr/>
            <p:nvPr/>
          </p:nvGrpSpPr>
          <p:grpSpPr>
            <a:xfrm>
              <a:off x="5675671" y="1819870"/>
              <a:ext cx="337872" cy="338106"/>
              <a:chOff x="4206763" y="2450951"/>
              <a:chExt cx="322151" cy="322374"/>
            </a:xfrm>
          </p:grpSpPr>
          <p:sp>
            <p:nvSpPr>
              <p:cNvPr id="1714" name="Google Shape;1714;p46"/>
              <p:cNvSpPr/>
              <p:nvPr/>
            </p:nvSpPr>
            <p:spPr>
              <a:xfrm>
                <a:off x="4206763" y="2571650"/>
                <a:ext cx="322151" cy="201675"/>
              </a:xfrm>
              <a:custGeom>
                <a:avLst/>
                <a:gdLst/>
                <a:ahLst/>
                <a:cxnLst/>
                <a:rect l="l" t="t" r="r" b="b"/>
                <a:pathLst>
                  <a:path w="10121" h="6336" extrusionOk="0">
                    <a:moveTo>
                      <a:pt x="2691" y="2847"/>
                    </a:moveTo>
                    <a:lnTo>
                      <a:pt x="2691" y="6037"/>
                    </a:lnTo>
                    <a:lnTo>
                      <a:pt x="1393" y="6037"/>
                    </a:lnTo>
                    <a:lnTo>
                      <a:pt x="1393" y="2847"/>
                    </a:lnTo>
                    <a:close/>
                    <a:moveTo>
                      <a:pt x="5703" y="2049"/>
                    </a:moveTo>
                    <a:lnTo>
                      <a:pt x="5703" y="6037"/>
                    </a:lnTo>
                    <a:lnTo>
                      <a:pt x="4406" y="6037"/>
                    </a:lnTo>
                    <a:lnTo>
                      <a:pt x="4406" y="2049"/>
                    </a:lnTo>
                    <a:close/>
                    <a:moveTo>
                      <a:pt x="8704" y="299"/>
                    </a:moveTo>
                    <a:lnTo>
                      <a:pt x="8704" y="6037"/>
                    </a:lnTo>
                    <a:lnTo>
                      <a:pt x="7406" y="6037"/>
                    </a:lnTo>
                    <a:lnTo>
                      <a:pt x="7406" y="299"/>
                    </a:lnTo>
                    <a:close/>
                    <a:moveTo>
                      <a:pt x="7275" y="1"/>
                    </a:moveTo>
                    <a:cubicBezTo>
                      <a:pt x="7192" y="1"/>
                      <a:pt x="7132" y="61"/>
                      <a:pt x="7132" y="156"/>
                    </a:cubicBezTo>
                    <a:lnTo>
                      <a:pt x="7132" y="6037"/>
                    </a:lnTo>
                    <a:lnTo>
                      <a:pt x="6001" y="6037"/>
                    </a:lnTo>
                    <a:lnTo>
                      <a:pt x="6001" y="1894"/>
                    </a:lnTo>
                    <a:cubicBezTo>
                      <a:pt x="6001" y="1811"/>
                      <a:pt x="5941" y="1751"/>
                      <a:pt x="5846" y="1751"/>
                    </a:cubicBezTo>
                    <a:lnTo>
                      <a:pt x="4275" y="1751"/>
                    </a:lnTo>
                    <a:cubicBezTo>
                      <a:pt x="4179" y="1751"/>
                      <a:pt x="4120" y="1811"/>
                      <a:pt x="4120" y="1894"/>
                    </a:cubicBezTo>
                    <a:lnTo>
                      <a:pt x="4120" y="6037"/>
                    </a:lnTo>
                    <a:lnTo>
                      <a:pt x="2989" y="6037"/>
                    </a:lnTo>
                    <a:lnTo>
                      <a:pt x="2989" y="2704"/>
                    </a:lnTo>
                    <a:cubicBezTo>
                      <a:pt x="2989" y="2608"/>
                      <a:pt x="2929" y="2549"/>
                      <a:pt x="2846" y="2549"/>
                    </a:cubicBezTo>
                    <a:lnTo>
                      <a:pt x="1262" y="2549"/>
                    </a:lnTo>
                    <a:cubicBezTo>
                      <a:pt x="1167" y="2549"/>
                      <a:pt x="1119" y="2608"/>
                      <a:pt x="1119" y="2704"/>
                    </a:cubicBezTo>
                    <a:lnTo>
                      <a:pt x="1119" y="6037"/>
                    </a:lnTo>
                    <a:lnTo>
                      <a:pt x="143" y="6037"/>
                    </a:lnTo>
                    <a:cubicBezTo>
                      <a:pt x="60" y="6037"/>
                      <a:pt x="0" y="6097"/>
                      <a:pt x="0" y="6180"/>
                    </a:cubicBezTo>
                    <a:cubicBezTo>
                      <a:pt x="0" y="6276"/>
                      <a:pt x="60" y="6335"/>
                      <a:pt x="143" y="6335"/>
                    </a:cubicBezTo>
                    <a:lnTo>
                      <a:pt x="9966" y="6335"/>
                    </a:lnTo>
                    <a:cubicBezTo>
                      <a:pt x="10061" y="6335"/>
                      <a:pt x="10121" y="6276"/>
                      <a:pt x="10121" y="6180"/>
                    </a:cubicBezTo>
                    <a:cubicBezTo>
                      <a:pt x="10121" y="6109"/>
                      <a:pt x="10049" y="6037"/>
                      <a:pt x="9966" y="6037"/>
                    </a:cubicBezTo>
                    <a:lnTo>
                      <a:pt x="9001" y="6037"/>
                    </a:lnTo>
                    <a:lnTo>
                      <a:pt x="9001" y="156"/>
                    </a:lnTo>
                    <a:cubicBezTo>
                      <a:pt x="9001" y="61"/>
                      <a:pt x="8942" y="1"/>
                      <a:pt x="8859" y="1"/>
                    </a:cubicBezTo>
                    <a:close/>
                  </a:path>
                </a:pathLst>
              </a:custGeom>
              <a:solidFill>
                <a:srgbClr val="4F67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Google Shape;1715;p46"/>
              <p:cNvSpPr/>
              <p:nvPr/>
            </p:nvSpPr>
            <p:spPr>
              <a:xfrm>
                <a:off x="4210933" y="2450951"/>
                <a:ext cx="308878" cy="185537"/>
              </a:xfrm>
              <a:custGeom>
                <a:avLst/>
                <a:gdLst/>
                <a:ahLst/>
                <a:cxnLst/>
                <a:rect l="l" t="t" r="r" b="b"/>
                <a:pathLst>
                  <a:path w="9704" h="5829" extrusionOk="0">
                    <a:moveTo>
                      <a:pt x="9212" y="1"/>
                    </a:moveTo>
                    <a:cubicBezTo>
                      <a:pt x="9189" y="1"/>
                      <a:pt x="9167" y="3"/>
                      <a:pt x="9144" y="7"/>
                    </a:cubicBezTo>
                    <a:lnTo>
                      <a:pt x="7870" y="162"/>
                    </a:lnTo>
                    <a:cubicBezTo>
                      <a:pt x="7620" y="197"/>
                      <a:pt x="7442" y="435"/>
                      <a:pt x="7477" y="685"/>
                    </a:cubicBezTo>
                    <a:cubicBezTo>
                      <a:pt x="7500" y="920"/>
                      <a:pt x="7711" y="1092"/>
                      <a:pt x="7944" y="1092"/>
                    </a:cubicBezTo>
                    <a:cubicBezTo>
                      <a:pt x="7959" y="1092"/>
                      <a:pt x="7974" y="1092"/>
                      <a:pt x="7989" y="1090"/>
                    </a:cubicBezTo>
                    <a:lnTo>
                      <a:pt x="8096" y="1066"/>
                    </a:lnTo>
                    <a:lnTo>
                      <a:pt x="8096" y="1066"/>
                    </a:lnTo>
                    <a:cubicBezTo>
                      <a:pt x="6537" y="2876"/>
                      <a:pt x="4691" y="3805"/>
                      <a:pt x="3382" y="4269"/>
                    </a:cubicBezTo>
                    <a:cubicBezTo>
                      <a:pt x="1739" y="4853"/>
                      <a:pt x="476" y="4912"/>
                      <a:pt x="465" y="4912"/>
                    </a:cubicBezTo>
                    <a:cubicBezTo>
                      <a:pt x="203" y="4924"/>
                      <a:pt x="0" y="5138"/>
                      <a:pt x="12" y="5388"/>
                    </a:cubicBezTo>
                    <a:cubicBezTo>
                      <a:pt x="36" y="5638"/>
                      <a:pt x="226" y="5829"/>
                      <a:pt x="476" y="5829"/>
                    </a:cubicBezTo>
                    <a:lnTo>
                      <a:pt x="488" y="5829"/>
                    </a:lnTo>
                    <a:cubicBezTo>
                      <a:pt x="548" y="5829"/>
                      <a:pt x="1893" y="5793"/>
                      <a:pt x="3667" y="5150"/>
                    </a:cubicBezTo>
                    <a:cubicBezTo>
                      <a:pt x="4656" y="4793"/>
                      <a:pt x="5596" y="4317"/>
                      <a:pt x="6442" y="3745"/>
                    </a:cubicBezTo>
                    <a:cubicBezTo>
                      <a:pt x="6525" y="3710"/>
                      <a:pt x="6537" y="3614"/>
                      <a:pt x="6489" y="3543"/>
                    </a:cubicBezTo>
                    <a:cubicBezTo>
                      <a:pt x="6458" y="3497"/>
                      <a:pt x="6413" y="3471"/>
                      <a:pt x="6365" y="3471"/>
                    </a:cubicBezTo>
                    <a:cubicBezTo>
                      <a:pt x="6339" y="3471"/>
                      <a:pt x="6312" y="3478"/>
                      <a:pt x="6287" y="3495"/>
                    </a:cubicBezTo>
                    <a:cubicBezTo>
                      <a:pt x="5453" y="4067"/>
                      <a:pt x="4537" y="4519"/>
                      <a:pt x="3560" y="4865"/>
                    </a:cubicBezTo>
                    <a:cubicBezTo>
                      <a:pt x="1834" y="5484"/>
                      <a:pt x="536" y="5519"/>
                      <a:pt x="476" y="5531"/>
                    </a:cubicBezTo>
                    <a:cubicBezTo>
                      <a:pt x="393" y="5531"/>
                      <a:pt x="310" y="5460"/>
                      <a:pt x="310" y="5377"/>
                    </a:cubicBezTo>
                    <a:cubicBezTo>
                      <a:pt x="310" y="5281"/>
                      <a:pt x="393" y="5210"/>
                      <a:pt x="476" y="5198"/>
                    </a:cubicBezTo>
                    <a:cubicBezTo>
                      <a:pt x="488" y="5198"/>
                      <a:pt x="1798" y="5150"/>
                      <a:pt x="3489" y="4543"/>
                    </a:cubicBezTo>
                    <a:cubicBezTo>
                      <a:pt x="4894" y="4031"/>
                      <a:pt x="6918" y="3007"/>
                      <a:pt x="8573" y="947"/>
                    </a:cubicBezTo>
                    <a:cubicBezTo>
                      <a:pt x="8664" y="856"/>
                      <a:pt x="8579" y="709"/>
                      <a:pt x="8456" y="709"/>
                    </a:cubicBezTo>
                    <a:cubicBezTo>
                      <a:pt x="8451" y="709"/>
                      <a:pt x="8447" y="709"/>
                      <a:pt x="8442" y="709"/>
                    </a:cubicBezTo>
                    <a:lnTo>
                      <a:pt x="7966" y="769"/>
                    </a:lnTo>
                    <a:cubicBezTo>
                      <a:pt x="7951" y="772"/>
                      <a:pt x="7937" y="774"/>
                      <a:pt x="7924" y="774"/>
                    </a:cubicBezTo>
                    <a:cubicBezTo>
                      <a:pt x="7850" y="774"/>
                      <a:pt x="7797" y="720"/>
                      <a:pt x="7787" y="650"/>
                    </a:cubicBezTo>
                    <a:cubicBezTo>
                      <a:pt x="7751" y="554"/>
                      <a:pt x="7835" y="459"/>
                      <a:pt x="7930" y="447"/>
                    </a:cubicBezTo>
                    <a:lnTo>
                      <a:pt x="9204" y="281"/>
                    </a:lnTo>
                    <a:cubicBezTo>
                      <a:pt x="9210" y="280"/>
                      <a:pt x="9216" y="280"/>
                      <a:pt x="9222" y="280"/>
                    </a:cubicBezTo>
                    <a:cubicBezTo>
                      <a:pt x="9311" y="280"/>
                      <a:pt x="9394" y="358"/>
                      <a:pt x="9394" y="447"/>
                    </a:cubicBezTo>
                    <a:lnTo>
                      <a:pt x="9394" y="1709"/>
                    </a:lnTo>
                    <a:cubicBezTo>
                      <a:pt x="9394" y="1805"/>
                      <a:pt x="9323" y="1876"/>
                      <a:pt x="9228" y="1876"/>
                    </a:cubicBezTo>
                    <a:cubicBezTo>
                      <a:pt x="9132" y="1876"/>
                      <a:pt x="9061" y="1805"/>
                      <a:pt x="9061" y="1709"/>
                    </a:cubicBezTo>
                    <a:lnTo>
                      <a:pt x="9061" y="1328"/>
                    </a:lnTo>
                    <a:cubicBezTo>
                      <a:pt x="9061" y="1269"/>
                      <a:pt x="9025" y="1209"/>
                      <a:pt x="8978" y="1186"/>
                    </a:cubicBezTo>
                    <a:cubicBezTo>
                      <a:pt x="8963" y="1183"/>
                      <a:pt x="8948" y="1181"/>
                      <a:pt x="8932" y="1181"/>
                    </a:cubicBezTo>
                    <a:cubicBezTo>
                      <a:pt x="8882" y="1181"/>
                      <a:pt x="8829" y="1197"/>
                      <a:pt x="8811" y="1233"/>
                    </a:cubicBezTo>
                    <a:cubicBezTo>
                      <a:pt x="8263" y="1924"/>
                      <a:pt x="7620" y="2531"/>
                      <a:pt x="6930" y="3067"/>
                    </a:cubicBezTo>
                    <a:cubicBezTo>
                      <a:pt x="6870" y="3114"/>
                      <a:pt x="6858" y="3210"/>
                      <a:pt x="6906" y="3269"/>
                    </a:cubicBezTo>
                    <a:cubicBezTo>
                      <a:pt x="6936" y="3307"/>
                      <a:pt x="6985" y="3330"/>
                      <a:pt x="7032" y="3330"/>
                    </a:cubicBezTo>
                    <a:cubicBezTo>
                      <a:pt x="7060" y="3330"/>
                      <a:pt x="7086" y="3322"/>
                      <a:pt x="7108" y="3305"/>
                    </a:cubicBezTo>
                    <a:cubicBezTo>
                      <a:pt x="7704" y="2840"/>
                      <a:pt x="8275" y="2305"/>
                      <a:pt x="8775" y="1745"/>
                    </a:cubicBezTo>
                    <a:cubicBezTo>
                      <a:pt x="8799" y="1995"/>
                      <a:pt x="8989" y="2186"/>
                      <a:pt x="9239" y="2186"/>
                    </a:cubicBezTo>
                    <a:cubicBezTo>
                      <a:pt x="9490" y="2186"/>
                      <a:pt x="9704" y="1983"/>
                      <a:pt x="9704" y="1721"/>
                    </a:cubicBezTo>
                    <a:lnTo>
                      <a:pt x="9704" y="459"/>
                    </a:lnTo>
                    <a:cubicBezTo>
                      <a:pt x="9680" y="328"/>
                      <a:pt x="9620" y="209"/>
                      <a:pt x="9513" y="126"/>
                    </a:cubicBezTo>
                    <a:cubicBezTo>
                      <a:pt x="9425" y="47"/>
                      <a:pt x="9319" y="1"/>
                      <a:pt x="9212" y="1"/>
                    </a:cubicBezTo>
                    <a:close/>
                  </a:path>
                </a:pathLst>
              </a:custGeom>
              <a:solidFill>
                <a:srgbClr val="4F67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6" name="Google Shape;1716;p46"/>
          <p:cNvGrpSpPr/>
          <p:nvPr/>
        </p:nvGrpSpPr>
        <p:grpSpPr>
          <a:xfrm>
            <a:off x="2900125" y="1438595"/>
            <a:ext cx="1504991" cy="1104071"/>
            <a:chOff x="2900125" y="1438595"/>
            <a:chExt cx="1504991" cy="1104071"/>
          </a:xfrm>
        </p:grpSpPr>
        <p:sp>
          <p:nvSpPr>
            <p:cNvPr id="1717" name="Google Shape;1717;p46"/>
            <p:cNvSpPr/>
            <p:nvPr/>
          </p:nvSpPr>
          <p:spPr>
            <a:xfrm>
              <a:off x="3393199" y="1438600"/>
              <a:ext cx="1011916" cy="1104066"/>
            </a:xfrm>
            <a:custGeom>
              <a:avLst/>
              <a:gdLst/>
              <a:ahLst/>
              <a:cxnLst/>
              <a:rect l="l" t="t" r="r" b="b"/>
              <a:pathLst>
                <a:path w="23904" h="23904" extrusionOk="0">
                  <a:moveTo>
                    <a:pt x="2139" y="1"/>
                  </a:moveTo>
                  <a:cubicBezTo>
                    <a:pt x="987" y="1"/>
                    <a:pt x="1" y="988"/>
                    <a:pt x="1" y="2139"/>
                  </a:cubicBezTo>
                  <a:lnTo>
                    <a:pt x="1" y="21783"/>
                  </a:lnTo>
                  <a:cubicBezTo>
                    <a:pt x="1" y="22990"/>
                    <a:pt x="987" y="23903"/>
                    <a:pt x="2139" y="23903"/>
                  </a:cubicBezTo>
                  <a:lnTo>
                    <a:pt x="21783" y="23903"/>
                  </a:lnTo>
                  <a:cubicBezTo>
                    <a:pt x="22989" y="23903"/>
                    <a:pt x="23903" y="22990"/>
                    <a:pt x="23903" y="21783"/>
                  </a:cubicBezTo>
                  <a:lnTo>
                    <a:pt x="23903" y="2139"/>
                  </a:lnTo>
                  <a:cubicBezTo>
                    <a:pt x="23903" y="988"/>
                    <a:pt x="22989" y="1"/>
                    <a:pt x="21783" y="1"/>
                  </a:cubicBezTo>
                  <a:close/>
                </a:path>
              </a:pathLst>
            </a:custGeom>
            <a:solidFill>
              <a:srgbClr val="7962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46"/>
            <p:cNvSpPr/>
            <p:nvPr/>
          </p:nvSpPr>
          <p:spPr>
            <a:xfrm>
              <a:off x="3301027" y="1438595"/>
              <a:ext cx="724220" cy="1104066"/>
            </a:xfrm>
            <a:custGeom>
              <a:avLst/>
              <a:gdLst/>
              <a:ahLst/>
              <a:cxnLst/>
              <a:rect l="l" t="t" r="r" b="b"/>
              <a:pathLst>
                <a:path w="15680" h="23904" extrusionOk="0">
                  <a:moveTo>
                    <a:pt x="3126" y="1"/>
                  </a:moveTo>
                  <a:cubicBezTo>
                    <a:pt x="1371" y="1"/>
                    <a:pt x="1" y="1372"/>
                    <a:pt x="1" y="3126"/>
                  </a:cubicBezTo>
                  <a:lnTo>
                    <a:pt x="1" y="20778"/>
                  </a:lnTo>
                  <a:cubicBezTo>
                    <a:pt x="1" y="22533"/>
                    <a:pt x="1371" y="23903"/>
                    <a:pt x="3126" y="23903"/>
                  </a:cubicBezTo>
                  <a:lnTo>
                    <a:pt x="3655" y="23903"/>
                  </a:lnTo>
                  <a:lnTo>
                    <a:pt x="15680" y="11952"/>
                  </a:lnTo>
                  <a:lnTo>
                    <a:pt x="3655" y="1"/>
                  </a:lnTo>
                  <a:close/>
                </a:path>
              </a:pathLst>
            </a:custGeom>
            <a:solidFill>
              <a:srgbClr val="B5B0C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719;p46"/>
            <p:cNvSpPr/>
            <p:nvPr/>
          </p:nvSpPr>
          <p:spPr>
            <a:xfrm>
              <a:off x="2900125" y="1593093"/>
              <a:ext cx="798489" cy="798490"/>
            </a:xfrm>
            <a:custGeom>
              <a:avLst/>
              <a:gdLst/>
              <a:ahLst/>
              <a:cxnLst/>
              <a:rect l="l" t="t" r="r" b="b"/>
              <a:pathLst>
                <a:path w="17288" h="17288" extrusionOk="0">
                  <a:moveTo>
                    <a:pt x="8681" y="0"/>
                  </a:moveTo>
                  <a:lnTo>
                    <a:pt x="1" y="8607"/>
                  </a:lnTo>
                  <a:lnTo>
                    <a:pt x="8681" y="17287"/>
                  </a:lnTo>
                  <a:lnTo>
                    <a:pt x="17288" y="8607"/>
                  </a:lnTo>
                  <a:lnTo>
                    <a:pt x="8681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0" name="Google Shape;1720;p46"/>
            <p:cNvGrpSpPr/>
            <p:nvPr/>
          </p:nvGrpSpPr>
          <p:grpSpPr>
            <a:xfrm>
              <a:off x="3125259" y="1798714"/>
              <a:ext cx="348221" cy="325955"/>
              <a:chOff x="6577238" y="2457221"/>
              <a:chExt cx="332019" cy="310788"/>
            </a:xfrm>
          </p:grpSpPr>
          <p:sp>
            <p:nvSpPr>
              <p:cNvPr id="1721" name="Google Shape;1721;p46"/>
              <p:cNvSpPr/>
              <p:nvPr/>
            </p:nvSpPr>
            <p:spPr>
              <a:xfrm>
                <a:off x="6577238" y="2457221"/>
                <a:ext cx="332019" cy="310788"/>
              </a:xfrm>
              <a:custGeom>
                <a:avLst/>
                <a:gdLst/>
                <a:ahLst/>
                <a:cxnLst/>
                <a:rect l="l" t="t" r="r" b="b"/>
                <a:pathLst>
                  <a:path w="10431" h="9764" extrusionOk="0">
                    <a:moveTo>
                      <a:pt x="5478" y="346"/>
                    </a:moveTo>
                    <a:cubicBezTo>
                      <a:pt x="5823" y="346"/>
                      <a:pt x="6097" y="619"/>
                      <a:pt x="6097" y="965"/>
                    </a:cubicBezTo>
                    <a:lnTo>
                      <a:pt x="6097" y="1334"/>
                    </a:lnTo>
                    <a:cubicBezTo>
                      <a:pt x="6097" y="1620"/>
                      <a:pt x="6335" y="1858"/>
                      <a:pt x="6621" y="1858"/>
                    </a:cubicBezTo>
                    <a:lnTo>
                      <a:pt x="6776" y="1858"/>
                    </a:lnTo>
                    <a:cubicBezTo>
                      <a:pt x="6871" y="1858"/>
                      <a:pt x="6966" y="1953"/>
                      <a:pt x="6966" y="2048"/>
                    </a:cubicBezTo>
                    <a:lnTo>
                      <a:pt x="6966" y="3084"/>
                    </a:lnTo>
                    <a:cubicBezTo>
                      <a:pt x="6966" y="3179"/>
                      <a:pt x="6871" y="3275"/>
                      <a:pt x="6776" y="3275"/>
                    </a:cubicBezTo>
                    <a:lnTo>
                      <a:pt x="3537" y="3275"/>
                    </a:lnTo>
                    <a:cubicBezTo>
                      <a:pt x="3442" y="3275"/>
                      <a:pt x="3347" y="3179"/>
                      <a:pt x="3347" y="3084"/>
                    </a:cubicBezTo>
                    <a:lnTo>
                      <a:pt x="3394" y="2048"/>
                    </a:lnTo>
                    <a:cubicBezTo>
                      <a:pt x="3394" y="1953"/>
                      <a:pt x="3477" y="1858"/>
                      <a:pt x="3585" y="1858"/>
                    </a:cubicBezTo>
                    <a:lnTo>
                      <a:pt x="3739" y="1858"/>
                    </a:lnTo>
                    <a:cubicBezTo>
                      <a:pt x="4013" y="1858"/>
                      <a:pt x="4251" y="1620"/>
                      <a:pt x="4251" y="1334"/>
                    </a:cubicBezTo>
                    <a:lnTo>
                      <a:pt x="4251" y="965"/>
                    </a:lnTo>
                    <a:cubicBezTo>
                      <a:pt x="4251" y="619"/>
                      <a:pt x="4537" y="346"/>
                      <a:pt x="4882" y="346"/>
                    </a:cubicBezTo>
                    <a:close/>
                    <a:moveTo>
                      <a:pt x="9538" y="2286"/>
                    </a:moveTo>
                    <a:cubicBezTo>
                      <a:pt x="9871" y="2286"/>
                      <a:pt x="10121" y="2560"/>
                      <a:pt x="10121" y="2870"/>
                    </a:cubicBezTo>
                    <a:lnTo>
                      <a:pt x="10121" y="8823"/>
                    </a:lnTo>
                    <a:lnTo>
                      <a:pt x="10085" y="8823"/>
                    </a:lnTo>
                    <a:cubicBezTo>
                      <a:pt x="10085" y="9156"/>
                      <a:pt x="9824" y="9406"/>
                      <a:pt x="9514" y="9406"/>
                    </a:cubicBezTo>
                    <a:lnTo>
                      <a:pt x="918" y="9406"/>
                    </a:lnTo>
                    <a:cubicBezTo>
                      <a:pt x="596" y="9406"/>
                      <a:pt x="346" y="9132"/>
                      <a:pt x="346" y="8823"/>
                    </a:cubicBezTo>
                    <a:lnTo>
                      <a:pt x="346" y="2870"/>
                    </a:lnTo>
                    <a:cubicBezTo>
                      <a:pt x="346" y="2548"/>
                      <a:pt x="608" y="2286"/>
                      <a:pt x="918" y="2286"/>
                    </a:cubicBezTo>
                    <a:lnTo>
                      <a:pt x="3085" y="2286"/>
                    </a:lnTo>
                    <a:lnTo>
                      <a:pt x="3085" y="2846"/>
                    </a:lnTo>
                    <a:lnTo>
                      <a:pt x="1061" y="2846"/>
                    </a:lnTo>
                    <a:cubicBezTo>
                      <a:pt x="965" y="2846"/>
                      <a:pt x="894" y="2917"/>
                      <a:pt x="894" y="3001"/>
                    </a:cubicBezTo>
                    <a:lnTo>
                      <a:pt x="894" y="8704"/>
                    </a:lnTo>
                    <a:cubicBezTo>
                      <a:pt x="894" y="8799"/>
                      <a:pt x="965" y="8870"/>
                      <a:pt x="1061" y="8870"/>
                    </a:cubicBezTo>
                    <a:lnTo>
                      <a:pt x="6609" y="8870"/>
                    </a:lnTo>
                    <a:cubicBezTo>
                      <a:pt x="6692" y="8870"/>
                      <a:pt x="6776" y="8799"/>
                      <a:pt x="6776" y="8704"/>
                    </a:cubicBezTo>
                    <a:cubicBezTo>
                      <a:pt x="6776" y="8620"/>
                      <a:pt x="6692" y="8537"/>
                      <a:pt x="6609" y="8537"/>
                    </a:cubicBezTo>
                    <a:lnTo>
                      <a:pt x="1215" y="8537"/>
                    </a:lnTo>
                    <a:lnTo>
                      <a:pt x="1215" y="3167"/>
                    </a:lnTo>
                    <a:lnTo>
                      <a:pt x="3096" y="3167"/>
                    </a:lnTo>
                    <a:cubicBezTo>
                      <a:pt x="3132" y="3417"/>
                      <a:pt x="3347" y="3596"/>
                      <a:pt x="3620" y="3596"/>
                    </a:cubicBezTo>
                    <a:lnTo>
                      <a:pt x="6847" y="3596"/>
                    </a:lnTo>
                    <a:cubicBezTo>
                      <a:pt x="7097" y="3596"/>
                      <a:pt x="7323" y="3405"/>
                      <a:pt x="7371" y="3167"/>
                    </a:cubicBezTo>
                    <a:lnTo>
                      <a:pt x="9240" y="3167"/>
                    </a:lnTo>
                    <a:lnTo>
                      <a:pt x="9240" y="8537"/>
                    </a:lnTo>
                    <a:lnTo>
                      <a:pt x="7418" y="8537"/>
                    </a:lnTo>
                    <a:cubicBezTo>
                      <a:pt x="7335" y="8537"/>
                      <a:pt x="7264" y="8620"/>
                      <a:pt x="7264" y="8704"/>
                    </a:cubicBezTo>
                    <a:cubicBezTo>
                      <a:pt x="7264" y="8799"/>
                      <a:pt x="7335" y="8870"/>
                      <a:pt x="7418" y="8870"/>
                    </a:cubicBezTo>
                    <a:lnTo>
                      <a:pt x="9407" y="8870"/>
                    </a:lnTo>
                    <a:cubicBezTo>
                      <a:pt x="9490" y="8870"/>
                      <a:pt x="9562" y="8799"/>
                      <a:pt x="9562" y="8704"/>
                    </a:cubicBezTo>
                    <a:lnTo>
                      <a:pt x="9562" y="3001"/>
                    </a:lnTo>
                    <a:cubicBezTo>
                      <a:pt x="9562" y="2917"/>
                      <a:pt x="9490" y="2846"/>
                      <a:pt x="9407" y="2846"/>
                    </a:cubicBezTo>
                    <a:lnTo>
                      <a:pt x="7383" y="2846"/>
                    </a:lnTo>
                    <a:lnTo>
                      <a:pt x="7383" y="2286"/>
                    </a:lnTo>
                    <a:close/>
                    <a:moveTo>
                      <a:pt x="4906" y="0"/>
                    </a:moveTo>
                    <a:cubicBezTo>
                      <a:pt x="4370" y="0"/>
                      <a:pt x="3942" y="429"/>
                      <a:pt x="3942" y="965"/>
                    </a:cubicBezTo>
                    <a:lnTo>
                      <a:pt x="3942" y="1334"/>
                    </a:lnTo>
                    <a:cubicBezTo>
                      <a:pt x="3942" y="1441"/>
                      <a:pt x="3858" y="1536"/>
                      <a:pt x="3751" y="1536"/>
                    </a:cubicBezTo>
                    <a:lnTo>
                      <a:pt x="3597" y="1536"/>
                    </a:lnTo>
                    <a:cubicBezTo>
                      <a:pt x="3347" y="1536"/>
                      <a:pt x="3120" y="1727"/>
                      <a:pt x="3085" y="1965"/>
                    </a:cubicBezTo>
                    <a:lnTo>
                      <a:pt x="918" y="1965"/>
                    </a:lnTo>
                    <a:cubicBezTo>
                      <a:pt x="418" y="1965"/>
                      <a:pt x="1" y="2382"/>
                      <a:pt x="1" y="2882"/>
                    </a:cubicBezTo>
                    <a:lnTo>
                      <a:pt x="1" y="8835"/>
                    </a:lnTo>
                    <a:cubicBezTo>
                      <a:pt x="1" y="9347"/>
                      <a:pt x="418" y="9763"/>
                      <a:pt x="918" y="9763"/>
                    </a:cubicBezTo>
                    <a:lnTo>
                      <a:pt x="9514" y="9763"/>
                    </a:lnTo>
                    <a:cubicBezTo>
                      <a:pt x="10014" y="9763"/>
                      <a:pt x="10431" y="9347"/>
                      <a:pt x="10431" y="8835"/>
                    </a:cubicBezTo>
                    <a:lnTo>
                      <a:pt x="10431" y="2882"/>
                    </a:lnTo>
                    <a:cubicBezTo>
                      <a:pt x="10419" y="2370"/>
                      <a:pt x="10002" y="1965"/>
                      <a:pt x="9490" y="1965"/>
                    </a:cubicBezTo>
                    <a:lnTo>
                      <a:pt x="7335" y="1965"/>
                    </a:lnTo>
                    <a:cubicBezTo>
                      <a:pt x="7287" y="1715"/>
                      <a:pt x="7085" y="1536"/>
                      <a:pt x="6811" y="1536"/>
                    </a:cubicBezTo>
                    <a:lnTo>
                      <a:pt x="6668" y="1536"/>
                    </a:lnTo>
                    <a:cubicBezTo>
                      <a:pt x="6561" y="1536"/>
                      <a:pt x="6478" y="1441"/>
                      <a:pt x="6478" y="1334"/>
                    </a:cubicBezTo>
                    <a:lnTo>
                      <a:pt x="6478" y="965"/>
                    </a:lnTo>
                    <a:cubicBezTo>
                      <a:pt x="6478" y="429"/>
                      <a:pt x="6037" y="0"/>
                      <a:pt x="5502" y="0"/>
                    </a:cubicBezTo>
                    <a:close/>
                  </a:path>
                </a:pathLst>
              </a:custGeom>
              <a:solidFill>
                <a:srgbClr val="7962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Google Shape;1722;p46"/>
              <p:cNvSpPr/>
              <p:nvPr/>
            </p:nvSpPr>
            <p:spPr>
              <a:xfrm>
                <a:off x="6723529" y="2512542"/>
                <a:ext cx="38705" cy="39055"/>
              </a:xfrm>
              <a:custGeom>
                <a:avLst/>
                <a:gdLst/>
                <a:ahLst/>
                <a:cxnLst/>
                <a:rect l="l" t="t" r="r" b="b"/>
                <a:pathLst>
                  <a:path w="1216" h="1227" extrusionOk="0">
                    <a:moveTo>
                      <a:pt x="608" y="346"/>
                    </a:moveTo>
                    <a:cubicBezTo>
                      <a:pt x="763" y="346"/>
                      <a:pt x="882" y="465"/>
                      <a:pt x="882" y="608"/>
                    </a:cubicBezTo>
                    <a:cubicBezTo>
                      <a:pt x="882" y="763"/>
                      <a:pt x="763" y="882"/>
                      <a:pt x="608" y="882"/>
                    </a:cubicBezTo>
                    <a:cubicBezTo>
                      <a:pt x="465" y="882"/>
                      <a:pt x="346" y="763"/>
                      <a:pt x="346" y="608"/>
                    </a:cubicBezTo>
                    <a:cubicBezTo>
                      <a:pt x="346" y="465"/>
                      <a:pt x="465" y="346"/>
                      <a:pt x="608" y="346"/>
                    </a:cubicBezTo>
                    <a:close/>
                    <a:moveTo>
                      <a:pt x="608" y="1"/>
                    </a:moveTo>
                    <a:cubicBezTo>
                      <a:pt x="286" y="1"/>
                      <a:pt x="1" y="274"/>
                      <a:pt x="1" y="608"/>
                    </a:cubicBezTo>
                    <a:cubicBezTo>
                      <a:pt x="1" y="941"/>
                      <a:pt x="275" y="1227"/>
                      <a:pt x="608" y="1227"/>
                    </a:cubicBezTo>
                    <a:cubicBezTo>
                      <a:pt x="941" y="1227"/>
                      <a:pt x="1215" y="953"/>
                      <a:pt x="1215" y="608"/>
                    </a:cubicBezTo>
                    <a:cubicBezTo>
                      <a:pt x="1203" y="274"/>
                      <a:pt x="941" y="1"/>
                      <a:pt x="608" y="1"/>
                    </a:cubicBezTo>
                    <a:close/>
                  </a:path>
                </a:pathLst>
              </a:custGeom>
              <a:solidFill>
                <a:srgbClr val="7962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Google Shape;1723;p46"/>
              <p:cNvSpPr/>
              <p:nvPr/>
            </p:nvSpPr>
            <p:spPr>
              <a:xfrm>
                <a:off x="6662893" y="2597050"/>
                <a:ext cx="169813" cy="108031"/>
              </a:xfrm>
              <a:custGeom>
                <a:avLst/>
                <a:gdLst/>
                <a:ahLst/>
                <a:cxnLst/>
                <a:rect l="l" t="t" r="r" b="b"/>
                <a:pathLst>
                  <a:path w="5335" h="3394" extrusionOk="0">
                    <a:moveTo>
                      <a:pt x="763" y="2060"/>
                    </a:moveTo>
                    <a:cubicBezTo>
                      <a:pt x="1025" y="2060"/>
                      <a:pt x="1251" y="2287"/>
                      <a:pt x="1251" y="2561"/>
                    </a:cubicBezTo>
                    <a:cubicBezTo>
                      <a:pt x="1251" y="2822"/>
                      <a:pt x="1025" y="3049"/>
                      <a:pt x="763" y="3049"/>
                    </a:cubicBezTo>
                    <a:cubicBezTo>
                      <a:pt x="489" y="3049"/>
                      <a:pt x="275" y="2822"/>
                      <a:pt x="275" y="2561"/>
                    </a:cubicBezTo>
                    <a:cubicBezTo>
                      <a:pt x="275" y="2287"/>
                      <a:pt x="489" y="2060"/>
                      <a:pt x="763" y="2060"/>
                    </a:cubicBezTo>
                    <a:close/>
                    <a:moveTo>
                      <a:pt x="4918" y="1"/>
                    </a:moveTo>
                    <a:cubicBezTo>
                      <a:pt x="4918" y="1"/>
                      <a:pt x="4894" y="1"/>
                      <a:pt x="4894" y="13"/>
                    </a:cubicBezTo>
                    <a:lnTo>
                      <a:pt x="4466" y="239"/>
                    </a:lnTo>
                    <a:cubicBezTo>
                      <a:pt x="4394" y="275"/>
                      <a:pt x="4346" y="370"/>
                      <a:pt x="4394" y="453"/>
                    </a:cubicBezTo>
                    <a:cubicBezTo>
                      <a:pt x="4429" y="515"/>
                      <a:pt x="4484" y="550"/>
                      <a:pt x="4548" y="550"/>
                    </a:cubicBezTo>
                    <a:cubicBezTo>
                      <a:pt x="4571" y="550"/>
                      <a:pt x="4595" y="546"/>
                      <a:pt x="4620" y="536"/>
                    </a:cubicBezTo>
                    <a:lnTo>
                      <a:pt x="4739" y="477"/>
                    </a:lnTo>
                    <a:lnTo>
                      <a:pt x="4739" y="477"/>
                    </a:lnTo>
                    <a:cubicBezTo>
                      <a:pt x="4525" y="1191"/>
                      <a:pt x="4144" y="1727"/>
                      <a:pt x="3620" y="2060"/>
                    </a:cubicBezTo>
                    <a:cubicBezTo>
                      <a:pt x="3098" y="2398"/>
                      <a:pt x="2516" y="2470"/>
                      <a:pt x="2094" y="2470"/>
                    </a:cubicBezTo>
                    <a:cubicBezTo>
                      <a:pt x="1891" y="2470"/>
                      <a:pt x="1724" y="2453"/>
                      <a:pt x="1620" y="2441"/>
                    </a:cubicBezTo>
                    <a:cubicBezTo>
                      <a:pt x="1560" y="2049"/>
                      <a:pt x="1227" y="1751"/>
                      <a:pt x="822" y="1751"/>
                    </a:cubicBezTo>
                    <a:cubicBezTo>
                      <a:pt x="370" y="1751"/>
                      <a:pt x="1" y="2120"/>
                      <a:pt x="1" y="2572"/>
                    </a:cubicBezTo>
                    <a:cubicBezTo>
                      <a:pt x="1" y="3013"/>
                      <a:pt x="370" y="3394"/>
                      <a:pt x="822" y="3394"/>
                    </a:cubicBezTo>
                    <a:cubicBezTo>
                      <a:pt x="1203" y="3394"/>
                      <a:pt x="1537" y="3120"/>
                      <a:pt x="1620" y="2763"/>
                    </a:cubicBezTo>
                    <a:cubicBezTo>
                      <a:pt x="1739" y="2775"/>
                      <a:pt x="1906" y="2799"/>
                      <a:pt x="2120" y="2799"/>
                    </a:cubicBezTo>
                    <a:cubicBezTo>
                      <a:pt x="2572" y="2799"/>
                      <a:pt x="3215" y="2703"/>
                      <a:pt x="3799" y="2334"/>
                    </a:cubicBezTo>
                    <a:cubicBezTo>
                      <a:pt x="4382" y="1965"/>
                      <a:pt x="4799" y="1394"/>
                      <a:pt x="5037" y="620"/>
                    </a:cubicBezTo>
                    <a:lnTo>
                      <a:pt x="5061" y="667"/>
                    </a:lnTo>
                    <a:cubicBezTo>
                      <a:pt x="5097" y="727"/>
                      <a:pt x="5156" y="751"/>
                      <a:pt x="5216" y="751"/>
                    </a:cubicBezTo>
                    <a:cubicBezTo>
                      <a:pt x="5239" y="751"/>
                      <a:pt x="5251" y="751"/>
                      <a:pt x="5287" y="739"/>
                    </a:cubicBezTo>
                    <a:cubicBezTo>
                      <a:pt x="5299" y="691"/>
                      <a:pt x="5335" y="596"/>
                      <a:pt x="5287" y="501"/>
                    </a:cubicBezTo>
                    <a:lnTo>
                      <a:pt x="5061" y="72"/>
                    </a:lnTo>
                    <a:cubicBezTo>
                      <a:pt x="5061" y="72"/>
                      <a:pt x="5061" y="60"/>
                      <a:pt x="5049" y="60"/>
                    </a:cubicBezTo>
                    <a:lnTo>
                      <a:pt x="5013" y="25"/>
                    </a:lnTo>
                    <a:lnTo>
                      <a:pt x="5001" y="13"/>
                    </a:lnTo>
                    <a:cubicBezTo>
                      <a:pt x="5001" y="13"/>
                      <a:pt x="4989" y="13"/>
                      <a:pt x="4989" y="1"/>
                    </a:cubicBezTo>
                    <a:close/>
                  </a:path>
                </a:pathLst>
              </a:custGeom>
              <a:solidFill>
                <a:srgbClr val="7962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Google Shape;1724;p46"/>
              <p:cNvSpPr/>
              <p:nvPr/>
            </p:nvSpPr>
            <p:spPr>
              <a:xfrm>
                <a:off x="6639402" y="2589188"/>
                <a:ext cx="32244" cy="31384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986" extrusionOk="0">
                    <a:moveTo>
                      <a:pt x="184" y="1"/>
                    </a:moveTo>
                    <a:cubicBezTo>
                      <a:pt x="140" y="1"/>
                      <a:pt x="96" y="16"/>
                      <a:pt x="60" y="45"/>
                    </a:cubicBezTo>
                    <a:cubicBezTo>
                      <a:pt x="0" y="105"/>
                      <a:pt x="0" y="212"/>
                      <a:pt x="60" y="283"/>
                    </a:cubicBezTo>
                    <a:lnTo>
                      <a:pt x="262" y="498"/>
                    </a:lnTo>
                    <a:lnTo>
                      <a:pt x="60" y="700"/>
                    </a:lnTo>
                    <a:cubicBezTo>
                      <a:pt x="0" y="760"/>
                      <a:pt x="0" y="867"/>
                      <a:pt x="60" y="938"/>
                    </a:cubicBezTo>
                    <a:cubicBezTo>
                      <a:pt x="84" y="974"/>
                      <a:pt x="131" y="986"/>
                      <a:pt x="179" y="986"/>
                    </a:cubicBezTo>
                    <a:cubicBezTo>
                      <a:pt x="215" y="986"/>
                      <a:pt x="262" y="974"/>
                      <a:pt x="298" y="938"/>
                    </a:cubicBezTo>
                    <a:lnTo>
                      <a:pt x="501" y="736"/>
                    </a:lnTo>
                    <a:lnTo>
                      <a:pt x="715" y="938"/>
                    </a:lnTo>
                    <a:cubicBezTo>
                      <a:pt x="739" y="974"/>
                      <a:pt x="786" y="986"/>
                      <a:pt x="834" y="986"/>
                    </a:cubicBezTo>
                    <a:cubicBezTo>
                      <a:pt x="870" y="986"/>
                      <a:pt x="917" y="974"/>
                      <a:pt x="953" y="938"/>
                    </a:cubicBezTo>
                    <a:cubicBezTo>
                      <a:pt x="1013" y="879"/>
                      <a:pt x="1013" y="783"/>
                      <a:pt x="953" y="700"/>
                    </a:cubicBezTo>
                    <a:lnTo>
                      <a:pt x="739" y="498"/>
                    </a:lnTo>
                    <a:lnTo>
                      <a:pt x="953" y="283"/>
                    </a:lnTo>
                    <a:cubicBezTo>
                      <a:pt x="1013" y="224"/>
                      <a:pt x="1013" y="129"/>
                      <a:pt x="953" y="45"/>
                    </a:cubicBezTo>
                    <a:cubicBezTo>
                      <a:pt x="923" y="16"/>
                      <a:pt x="882" y="1"/>
                      <a:pt x="838" y="1"/>
                    </a:cubicBezTo>
                    <a:cubicBezTo>
                      <a:pt x="795" y="1"/>
                      <a:pt x="751" y="16"/>
                      <a:pt x="715" y="45"/>
                    </a:cubicBezTo>
                    <a:lnTo>
                      <a:pt x="501" y="260"/>
                    </a:lnTo>
                    <a:lnTo>
                      <a:pt x="298" y="45"/>
                    </a:lnTo>
                    <a:cubicBezTo>
                      <a:pt x="268" y="16"/>
                      <a:pt x="227" y="1"/>
                      <a:pt x="184" y="1"/>
                    </a:cubicBezTo>
                    <a:close/>
                  </a:path>
                </a:pathLst>
              </a:custGeom>
              <a:solidFill>
                <a:srgbClr val="7962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Google Shape;1725;p46"/>
              <p:cNvSpPr/>
              <p:nvPr/>
            </p:nvSpPr>
            <p:spPr>
              <a:xfrm>
                <a:off x="6820547" y="2673315"/>
                <a:ext cx="32244" cy="31034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975" extrusionOk="0">
                    <a:moveTo>
                      <a:pt x="188" y="1"/>
                    </a:moveTo>
                    <a:cubicBezTo>
                      <a:pt x="147" y="1"/>
                      <a:pt x="102" y="16"/>
                      <a:pt x="60" y="45"/>
                    </a:cubicBezTo>
                    <a:cubicBezTo>
                      <a:pt x="1" y="105"/>
                      <a:pt x="1" y="200"/>
                      <a:pt x="60" y="284"/>
                    </a:cubicBezTo>
                    <a:lnTo>
                      <a:pt x="275" y="486"/>
                    </a:lnTo>
                    <a:lnTo>
                      <a:pt x="60" y="700"/>
                    </a:lnTo>
                    <a:cubicBezTo>
                      <a:pt x="1" y="760"/>
                      <a:pt x="1" y="855"/>
                      <a:pt x="60" y="938"/>
                    </a:cubicBezTo>
                    <a:cubicBezTo>
                      <a:pt x="96" y="962"/>
                      <a:pt x="144" y="974"/>
                      <a:pt x="179" y="974"/>
                    </a:cubicBezTo>
                    <a:cubicBezTo>
                      <a:pt x="227" y="974"/>
                      <a:pt x="275" y="962"/>
                      <a:pt x="298" y="938"/>
                    </a:cubicBezTo>
                    <a:lnTo>
                      <a:pt x="513" y="724"/>
                    </a:lnTo>
                    <a:lnTo>
                      <a:pt x="715" y="938"/>
                    </a:lnTo>
                    <a:cubicBezTo>
                      <a:pt x="751" y="962"/>
                      <a:pt x="798" y="974"/>
                      <a:pt x="834" y="974"/>
                    </a:cubicBezTo>
                    <a:cubicBezTo>
                      <a:pt x="882" y="974"/>
                      <a:pt x="929" y="962"/>
                      <a:pt x="953" y="938"/>
                    </a:cubicBezTo>
                    <a:cubicBezTo>
                      <a:pt x="1013" y="879"/>
                      <a:pt x="1013" y="772"/>
                      <a:pt x="953" y="700"/>
                    </a:cubicBezTo>
                    <a:lnTo>
                      <a:pt x="751" y="486"/>
                    </a:lnTo>
                    <a:lnTo>
                      <a:pt x="953" y="284"/>
                    </a:lnTo>
                    <a:cubicBezTo>
                      <a:pt x="1013" y="224"/>
                      <a:pt x="1013" y="117"/>
                      <a:pt x="953" y="45"/>
                    </a:cubicBezTo>
                    <a:cubicBezTo>
                      <a:pt x="923" y="16"/>
                      <a:pt x="885" y="1"/>
                      <a:pt x="843" y="1"/>
                    </a:cubicBezTo>
                    <a:cubicBezTo>
                      <a:pt x="801" y="1"/>
                      <a:pt x="757" y="16"/>
                      <a:pt x="715" y="45"/>
                    </a:cubicBezTo>
                    <a:lnTo>
                      <a:pt x="513" y="248"/>
                    </a:lnTo>
                    <a:lnTo>
                      <a:pt x="298" y="45"/>
                    </a:lnTo>
                    <a:cubicBezTo>
                      <a:pt x="269" y="16"/>
                      <a:pt x="230" y="1"/>
                      <a:pt x="188" y="1"/>
                    </a:cubicBezTo>
                    <a:close/>
                  </a:path>
                </a:pathLst>
              </a:custGeom>
              <a:solidFill>
                <a:srgbClr val="7962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Google Shape;1726;p46"/>
              <p:cNvSpPr/>
              <p:nvPr/>
            </p:nvSpPr>
            <p:spPr>
              <a:xfrm>
                <a:off x="6730341" y="2603607"/>
                <a:ext cx="32244" cy="31384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986" extrusionOk="0">
                    <a:moveTo>
                      <a:pt x="184" y="0"/>
                    </a:moveTo>
                    <a:cubicBezTo>
                      <a:pt x="141" y="0"/>
                      <a:pt x="96" y="15"/>
                      <a:pt x="61" y="45"/>
                    </a:cubicBezTo>
                    <a:cubicBezTo>
                      <a:pt x="1" y="104"/>
                      <a:pt x="1" y="211"/>
                      <a:pt x="61" y="283"/>
                    </a:cubicBezTo>
                    <a:lnTo>
                      <a:pt x="263" y="485"/>
                    </a:lnTo>
                    <a:lnTo>
                      <a:pt x="61" y="700"/>
                    </a:lnTo>
                    <a:cubicBezTo>
                      <a:pt x="1" y="759"/>
                      <a:pt x="1" y="866"/>
                      <a:pt x="61" y="938"/>
                    </a:cubicBezTo>
                    <a:cubicBezTo>
                      <a:pt x="84" y="962"/>
                      <a:pt x="132" y="985"/>
                      <a:pt x="180" y="985"/>
                    </a:cubicBezTo>
                    <a:cubicBezTo>
                      <a:pt x="215" y="985"/>
                      <a:pt x="263" y="962"/>
                      <a:pt x="299" y="938"/>
                    </a:cubicBezTo>
                    <a:lnTo>
                      <a:pt x="501" y="723"/>
                    </a:lnTo>
                    <a:lnTo>
                      <a:pt x="715" y="938"/>
                    </a:lnTo>
                    <a:cubicBezTo>
                      <a:pt x="739" y="962"/>
                      <a:pt x="787" y="985"/>
                      <a:pt x="834" y="985"/>
                    </a:cubicBezTo>
                    <a:cubicBezTo>
                      <a:pt x="870" y="985"/>
                      <a:pt x="918" y="962"/>
                      <a:pt x="953" y="938"/>
                    </a:cubicBezTo>
                    <a:cubicBezTo>
                      <a:pt x="1013" y="878"/>
                      <a:pt x="1013" y="771"/>
                      <a:pt x="953" y="700"/>
                    </a:cubicBezTo>
                    <a:lnTo>
                      <a:pt x="739" y="485"/>
                    </a:lnTo>
                    <a:lnTo>
                      <a:pt x="953" y="283"/>
                    </a:lnTo>
                    <a:cubicBezTo>
                      <a:pt x="1013" y="223"/>
                      <a:pt x="1013" y="116"/>
                      <a:pt x="953" y="45"/>
                    </a:cubicBezTo>
                    <a:cubicBezTo>
                      <a:pt x="924" y="15"/>
                      <a:pt x="882" y="0"/>
                      <a:pt x="839" y="0"/>
                    </a:cubicBezTo>
                    <a:cubicBezTo>
                      <a:pt x="796" y="0"/>
                      <a:pt x="751" y="15"/>
                      <a:pt x="715" y="45"/>
                    </a:cubicBezTo>
                    <a:lnTo>
                      <a:pt x="501" y="247"/>
                    </a:lnTo>
                    <a:lnTo>
                      <a:pt x="299" y="45"/>
                    </a:lnTo>
                    <a:cubicBezTo>
                      <a:pt x="269" y="15"/>
                      <a:pt x="227" y="0"/>
                      <a:pt x="184" y="0"/>
                    </a:cubicBezTo>
                    <a:close/>
                  </a:path>
                </a:pathLst>
              </a:custGeom>
              <a:solidFill>
                <a:srgbClr val="79629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7" name="Google Shape;1727;p46"/>
          <p:cNvGrpSpPr/>
          <p:nvPr/>
        </p:nvGrpSpPr>
        <p:grpSpPr>
          <a:xfrm>
            <a:off x="4738900" y="2863184"/>
            <a:ext cx="1498900" cy="1104072"/>
            <a:chOff x="4738900" y="2863184"/>
            <a:chExt cx="1498900" cy="1104072"/>
          </a:xfrm>
        </p:grpSpPr>
        <p:sp>
          <p:nvSpPr>
            <p:cNvPr id="1728" name="Google Shape;1728;p46"/>
            <p:cNvSpPr/>
            <p:nvPr/>
          </p:nvSpPr>
          <p:spPr>
            <a:xfrm rot="10800000">
              <a:off x="4738900" y="2863184"/>
              <a:ext cx="1055000" cy="1104066"/>
            </a:xfrm>
            <a:custGeom>
              <a:avLst/>
              <a:gdLst/>
              <a:ahLst/>
              <a:cxnLst/>
              <a:rect l="l" t="t" r="r" b="b"/>
              <a:pathLst>
                <a:path w="23995" h="23904" extrusionOk="0">
                  <a:moveTo>
                    <a:pt x="2212" y="1"/>
                  </a:moveTo>
                  <a:cubicBezTo>
                    <a:pt x="1006" y="1"/>
                    <a:pt x="1" y="988"/>
                    <a:pt x="1" y="2139"/>
                  </a:cubicBezTo>
                  <a:lnTo>
                    <a:pt x="1" y="21783"/>
                  </a:lnTo>
                  <a:cubicBezTo>
                    <a:pt x="1" y="22990"/>
                    <a:pt x="1006" y="23903"/>
                    <a:pt x="2212" y="23903"/>
                  </a:cubicBezTo>
                  <a:lnTo>
                    <a:pt x="21784" y="23903"/>
                  </a:lnTo>
                  <a:cubicBezTo>
                    <a:pt x="23008" y="23903"/>
                    <a:pt x="23995" y="22990"/>
                    <a:pt x="23995" y="21783"/>
                  </a:cubicBezTo>
                  <a:lnTo>
                    <a:pt x="23995" y="2139"/>
                  </a:lnTo>
                  <a:cubicBezTo>
                    <a:pt x="23995" y="988"/>
                    <a:pt x="23008" y="1"/>
                    <a:pt x="21784" y="1"/>
                  </a:cubicBezTo>
                  <a:close/>
                </a:path>
              </a:pathLst>
            </a:custGeom>
            <a:solidFill>
              <a:srgbClr val="03C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46"/>
            <p:cNvSpPr/>
            <p:nvPr/>
          </p:nvSpPr>
          <p:spPr>
            <a:xfrm rot="10800000">
              <a:off x="5122078" y="2863190"/>
              <a:ext cx="725098" cy="1104066"/>
            </a:xfrm>
            <a:custGeom>
              <a:avLst/>
              <a:gdLst/>
              <a:ahLst/>
              <a:cxnLst/>
              <a:rect l="l" t="t" r="r" b="b"/>
              <a:pathLst>
                <a:path w="15699" h="23904" extrusionOk="0">
                  <a:moveTo>
                    <a:pt x="3126" y="1"/>
                  </a:moveTo>
                  <a:cubicBezTo>
                    <a:pt x="1536" y="1"/>
                    <a:pt x="239" y="1134"/>
                    <a:pt x="1" y="2742"/>
                  </a:cubicBezTo>
                  <a:lnTo>
                    <a:pt x="1" y="21162"/>
                  </a:lnTo>
                  <a:cubicBezTo>
                    <a:pt x="239" y="22770"/>
                    <a:pt x="1536" y="23903"/>
                    <a:pt x="3126" y="23903"/>
                  </a:cubicBezTo>
                  <a:lnTo>
                    <a:pt x="3656" y="23903"/>
                  </a:lnTo>
                  <a:lnTo>
                    <a:pt x="15698" y="11952"/>
                  </a:lnTo>
                  <a:lnTo>
                    <a:pt x="3656" y="1"/>
                  </a:lnTo>
                  <a:close/>
                </a:path>
              </a:pathLst>
            </a:custGeom>
            <a:solidFill>
              <a:srgbClr val="77EA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46"/>
            <p:cNvSpPr/>
            <p:nvPr/>
          </p:nvSpPr>
          <p:spPr>
            <a:xfrm rot="10800000">
              <a:off x="5440142" y="3014269"/>
              <a:ext cx="797658" cy="798490"/>
            </a:xfrm>
            <a:custGeom>
              <a:avLst/>
              <a:gdLst/>
              <a:ahLst/>
              <a:cxnLst/>
              <a:rect l="l" t="t" r="r" b="b"/>
              <a:pathLst>
                <a:path w="17270" h="17288" extrusionOk="0">
                  <a:moveTo>
                    <a:pt x="8589" y="0"/>
                  </a:moveTo>
                  <a:lnTo>
                    <a:pt x="0" y="8607"/>
                  </a:lnTo>
                  <a:lnTo>
                    <a:pt x="8589" y="17287"/>
                  </a:lnTo>
                  <a:lnTo>
                    <a:pt x="17269" y="8607"/>
                  </a:lnTo>
                  <a:lnTo>
                    <a:pt x="8589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1" name="Google Shape;1731;p46"/>
            <p:cNvGrpSpPr/>
            <p:nvPr/>
          </p:nvGrpSpPr>
          <p:grpSpPr>
            <a:xfrm>
              <a:off x="5661787" y="3259342"/>
              <a:ext cx="354369" cy="308344"/>
              <a:chOff x="3716358" y="1544655"/>
              <a:chExt cx="361971" cy="314958"/>
            </a:xfrm>
          </p:grpSpPr>
          <p:sp>
            <p:nvSpPr>
              <p:cNvPr id="1732" name="Google Shape;1732;p46"/>
              <p:cNvSpPr/>
              <p:nvPr/>
            </p:nvSpPr>
            <p:spPr>
              <a:xfrm>
                <a:off x="3767509" y="1646957"/>
                <a:ext cx="231213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7264" h="335" extrusionOk="0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7097" y="334"/>
                    </a:lnTo>
                    <a:cubicBezTo>
                      <a:pt x="7192" y="334"/>
                      <a:pt x="7264" y="263"/>
                      <a:pt x="7264" y="167"/>
                    </a:cubicBezTo>
                    <a:cubicBezTo>
                      <a:pt x="7264" y="72"/>
                      <a:pt x="7192" y="1"/>
                      <a:pt x="7097" y="1"/>
                    </a:cubicBezTo>
                    <a:close/>
                  </a:path>
                </a:pathLst>
              </a:custGeom>
              <a:solidFill>
                <a:srgbClr val="03C2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Google Shape;1733;p46"/>
              <p:cNvSpPr/>
              <p:nvPr/>
            </p:nvSpPr>
            <p:spPr>
              <a:xfrm>
                <a:off x="3767509" y="1618532"/>
                <a:ext cx="152020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4776" h="335" extrusionOk="0">
                    <a:moveTo>
                      <a:pt x="168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4621" y="334"/>
                    </a:lnTo>
                    <a:cubicBezTo>
                      <a:pt x="4704" y="334"/>
                      <a:pt x="4775" y="263"/>
                      <a:pt x="4775" y="168"/>
                    </a:cubicBezTo>
                    <a:cubicBezTo>
                      <a:pt x="4775" y="72"/>
                      <a:pt x="4704" y="1"/>
                      <a:pt x="4621" y="1"/>
                    </a:cubicBezTo>
                    <a:close/>
                  </a:path>
                </a:pathLst>
              </a:custGeom>
              <a:solidFill>
                <a:srgbClr val="03C2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Google Shape;1734;p46"/>
              <p:cNvSpPr/>
              <p:nvPr/>
            </p:nvSpPr>
            <p:spPr>
              <a:xfrm>
                <a:off x="3931624" y="1618532"/>
                <a:ext cx="67098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2108" h="335" extrusionOk="0">
                    <a:moveTo>
                      <a:pt x="155" y="1"/>
                    </a:moveTo>
                    <a:cubicBezTo>
                      <a:pt x="72" y="1"/>
                      <a:pt x="0" y="72"/>
                      <a:pt x="0" y="168"/>
                    </a:cubicBezTo>
                    <a:cubicBezTo>
                      <a:pt x="0" y="263"/>
                      <a:pt x="72" y="334"/>
                      <a:pt x="155" y="334"/>
                    </a:cubicBezTo>
                    <a:lnTo>
                      <a:pt x="1941" y="334"/>
                    </a:lnTo>
                    <a:cubicBezTo>
                      <a:pt x="2036" y="334"/>
                      <a:pt x="2108" y="263"/>
                      <a:pt x="2108" y="168"/>
                    </a:cubicBezTo>
                    <a:cubicBezTo>
                      <a:pt x="2108" y="72"/>
                      <a:pt x="2036" y="1"/>
                      <a:pt x="1941" y="1"/>
                    </a:cubicBezTo>
                    <a:close/>
                  </a:path>
                </a:pathLst>
              </a:custGeom>
              <a:solidFill>
                <a:srgbClr val="03C2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46"/>
              <p:cNvSpPr/>
              <p:nvPr/>
            </p:nvSpPr>
            <p:spPr>
              <a:xfrm>
                <a:off x="3767509" y="1590108"/>
                <a:ext cx="39087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1228" h="335" extrusionOk="0">
                    <a:moveTo>
                      <a:pt x="168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1061" y="334"/>
                    </a:lnTo>
                    <a:cubicBezTo>
                      <a:pt x="1144" y="334"/>
                      <a:pt x="1227" y="263"/>
                      <a:pt x="1227" y="168"/>
                    </a:cubicBezTo>
                    <a:cubicBezTo>
                      <a:pt x="1227" y="72"/>
                      <a:pt x="1144" y="1"/>
                      <a:pt x="1061" y="1"/>
                    </a:cubicBezTo>
                    <a:close/>
                  </a:path>
                </a:pathLst>
              </a:custGeom>
              <a:solidFill>
                <a:srgbClr val="03C2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46"/>
              <p:cNvSpPr/>
              <p:nvPr/>
            </p:nvSpPr>
            <p:spPr>
              <a:xfrm>
                <a:off x="3818309" y="1590108"/>
                <a:ext cx="180412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5668" h="335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8"/>
                    </a:cubicBezTo>
                    <a:cubicBezTo>
                      <a:pt x="0" y="263"/>
                      <a:pt x="72" y="334"/>
                      <a:pt x="167" y="334"/>
                    </a:cubicBezTo>
                    <a:lnTo>
                      <a:pt x="5501" y="334"/>
                    </a:lnTo>
                    <a:cubicBezTo>
                      <a:pt x="5596" y="334"/>
                      <a:pt x="5668" y="263"/>
                      <a:pt x="5668" y="168"/>
                    </a:cubicBezTo>
                    <a:cubicBezTo>
                      <a:pt x="5668" y="72"/>
                      <a:pt x="5596" y="1"/>
                      <a:pt x="5501" y="1"/>
                    </a:cubicBezTo>
                    <a:close/>
                  </a:path>
                </a:pathLst>
              </a:custGeom>
              <a:solidFill>
                <a:srgbClr val="03C2A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37" name="Google Shape;1737;p46"/>
              <p:cNvGrpSpPr/>
              <p:nvPr/>
            </p:nvGrpSpPr>
            <p:grpSpPr>
              <a:xfrm>
                <a:off x="3716358" y="1544655"/>
                <a:ext cx="361971" cy="314958"/>
                <a:chOff x="3716358" y="1544655"/>
                <a:chExt cx="361971" cy="314958"/>
              </a:xfrm>
            </p:grpSpPr>
            <p:sp>
              <p:nvSpPr>
                <p:cNvPr id="1738" name="Google Shape;1738;p46"/>
                <p:cNvSpPr/>
                <p:nvPr/>
              </p:nvSpPr>
              <p:spPr>
                <a:xfrm>
                  <a:off x="3767509" y="1675381"/>
                  <a:ext cx="84540" cy="10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6" h="335" extrusionOk="0">
                      <a:moveTo>
                        <a:pt x="168" y="1"/>
                      </a:moveTo>
                      <a:cubicBezTo>
                        <a:pt x="72" y="1"/>
                        <a:pt x="1" y="72"/>
                        <a:pt x="1" y="167"/>
                      </a:cubicBezTo>
                      <a:cubicBezTo>
                        <a:pt x="1" y="263"/>
                        <a:pt x="72" y="334"/>
                        <a:pt x="168" y="334"/>
                      </a:cubicBezTo>
                      <a:lnTo>
                        <a:pt x="2477" y="334"/>
                      </a:lnTo>
                      <a:cubicBezTo>
                        <a:pt x="2561" y="334"/>
                        <a:pt x="2632" y="263"/>
                        <a:pt x="2632" y="167"/>
                      </a:cubicBezTo>
                      <a:cubicBezTo>
                        <a:pt x="2656" y="72"/>
                        <a:pt x="2573" y="1"/>
                        <a:pt x="2477" y="1"/>
                      </a:cubicBezTo>
                      <a:close/>
                    </a:path>
                  </a:pathLst>
                </a:custGeom>
                <a:solidFill>
                  <a:srgbClr val="03C2A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9" name="Google Shape;1739;p46"/>
                <p:cNvSpPr/>
                <p:nvPr/>
              </p:nvSpPr>
              <p:spPr>
                <a:xfrm>
                  <a:off x="3875158" y="1675381"/>
                  <a:ext cx="123564" cy="10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82" h="335" extrusionOk="0">
                      <a:moveTo>
                        <a:pt x="167" y="1"/>
                      </a:moveTo>
                      <a:cubicBezTo>
                        <a:pt x="72" y="1"/>
                        <a:pt x="0" y="72"/>
                        <a:pt x="0" y="167"/>
                      </a:cubicBezTo>
                      <a:cubicBezTo>
                        <a:pt x="0" y="263"/>
                        <a:pt x="72" y="334"/>
                        <a:pt x="167" y="334"/>
                      </a:cubicBezTo>
                      <a:lnTo>
                        <a:pt x="3715" y="334"/>
                      </a:lnTo>
                      <a:cubicBezTo>
                        <a:pt x="3810" y="334"/>
                        <a:pt x="3882" y="263"/>
                        <a:pt x="3882" y="167"/>
                      </a:cubicBezTo>
                      <a:cubicBezTo>
                        <a:pt x="3882" y="72"/>
                        <a:pt x="3810" y="1"/>
                        <a:pt x="3715" y="1"/>
                      </a:cubicBezTo>
                      <a:close/>
                    </a:path>
                  </a:pathLst>
                </a:custGeom>
                <a:solidFill>
                  <a:srgbClr val="03C2A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0" name="Google Shape;1740;p46"/>
                <p:cNvSpPr/>
                <p:nvPr/>
              </p:nvSpPr>
              <p:spPr>
                <a:xfrm>
                  <a:off x="3767509" y="1703423"/>
                  <a:ext cx="174747" cy="10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90" h="335" extrusionOk="0">
                      <a:moveTo>
                        <a:pt x="168" y="1"/>
                      </a:moveTo>
                      <a:cubicBezTo>
                        <a:pt x="72" y="1"/>
                        <a:pt x="1" y="72"/>
                        <a:pt x="1" y="168"/>
                      </a:cubicBezTo>
                      <a:cubicBezTo>
                        <a:pt x="1" y="251"/>
                        <a:pt x="72" y="334"/>
                        <a:pt x="168" y="334"/>
                      </a:cubicBezTo>
                      <a:lnTo>
                        <a:pt x="5335" y="334"/>
                      </a:lnTo>
                      <a:cubicBezTo>
                        <a:pt x="5418" y="334"/>
                        <a:pt x="5490" y="251"/>
                        <a:pt x="5490" y="168"/>
                      </a:cubicBezTo>
                      <a:cubicBezTo>
                        <a:pt x="5490" y="72"/>
                        <a:pt x="5418" y="1"/>
                        <a:pt x="5335" y="1"/>
                      </a:cubicBezTo>
                      <a:close/>
                    </a:path>
                  </a:pathLst>
                </a:custGeom>
                <a:solidFill>
                  <a:srgbClr val="03C2A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1" name="Google Shape;1741;p46"/>
                <p:cNvSpPr/>
                <p:nvPr/>
              </p:nvSpPr>
              <p:spPr>
                <a:xfrm>
                  <a:off x="3954351" y="1703423"/>
                  <a:ext cx="44371" cy="10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4" h="335" extrusionOk="0">
                      <a:moveTo>
                        <a:pt x="155" y="1"/>
                      </a:moveTo>
                      <a:cubicBezTo>
                        <a:pt x="72" y="1"/>
                        <a:pt x="1" y="72"/>
                        <a:pt x="1" y="168"/>
                      </a:cubicBezTo>
                      <a:cubicBezTo>
                        <a:pt x="1" y="251"/>
                        <a:pt x="72" y="334"/>
                        <a:pt x="155" y="334"/>
                      </a:cubicBezTo>
                      <a:lnTo>
                        <a:pt x="1227" y="334"/>
                      </a:lnTo>
                      <a:cubicBezTo>
                        <a:pt x="1322" y="334"/>
                        <a:pt x="1394" y="251"/>
                        <a:pt x="1394" y="168"/>
                      </a:cubicBezTo>
                      <a:cubicBezTo>
                        <a:pt x="1394" y="72"/>
                        <a:pt x="1322" y="1"/>
                        <a:pt x="1227" y="1"/>
                      </a:cubicBezTo>
                      <a:close/>
                    </a:path>
                  </a:pathLst>
                </a:custGeom>
                <a:solidFill>
                  <a:srgbClr val="03C2A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2" name="Google Shape;1742;p46"/>
                <p:cNvSpPr/>
                <p:nvPr/>
              </p:nvSpPr>
              <p:spPr>
                <a:xfrm>
                  <a:off x="3716358" y="1544655"/>
                  <a:ext cx="361971" cy="3149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2" h="9895" extrusionOk="0">
                      <a:moveTo>
                        <a:pt x="3513" y="6751"/>
                      </a:moveTo>
                      <a:lnTo>
                        <a:pt x="3346" y="7477"/>
                      </a:lnTo>
                      <a:lnTo>
                        <a:pt x="1953" y="7477"/>
                      </a:lnTo>
                      <a:lnTo>
                        <a:pt x="1953" y="7489"/>
                      </a:lnTo>
                      <a:cubicBezTo>
                        <a:pt x="1656" y="7489"/>
                        <a:pt x="1394" y="7251"/>
                        <a:pt x="1394" y="6941"/>
                      </a:cubicBezTo>
                      <a:lnTo>
                        <a:pt x="1394" y="6751"/>
                      </a:lnTo>
                      <a:close/>
                      <a:moveTo>
                        <a:pt x="9430" y="333"/>
                      </a:moveTo>
                      <a:cubicBezTo>
                        <a:pt x="9728" y="333"/>
                        <a:pt x="9990" y="572"/>
                        <a:pt x="9990" y="881"/>
                      </a:cubicBezTo>
                      <a:lnTo>
                        <a:pt x="9990" y="5870"/>
                      </a:lnTo>
                      <a:cubicBezTo>
                        <a:pt x="9990" y="6168"/>
                        <a:pt x="9752" y="6418"/>
                        <a:pt x="9430" y="6418"/>
                      </a:cubicBezTo>
                      <a:lnTo>
                        <a:pt x="6597" y="6418"/>
                      </a:lnTo>
                      <a:cubicBezTo>
                        <a:pt x="6561" y="6418"/>
                        <a:pt x="6537" y="6429"/>
                        <a:pt x="6501" y="6441"/>
                      </a:cubicBezTo>
                      <a:lnTo>
                        <a:pt x="3489" y="8501"/>
                      </a:lnTo>
                      <a:cubicBezTo>
                        <a:pt x="3465" y="8501"/>
                        <a:pt x="3465" y="8489"/>
                        <a:pt x="3465" y="8489"/>
                      </a:cubicBezTo>
                      <a:lnTo>
                        <a:pt x="3906" y="6608"/>
                      </a:lnTo>
                      <a:cubicBezTo>
                        <a:pt x="3918" y="6560"/>
                        <a:pt x="3906" y="6501"/>
                        <a:pt x="3870" y="6477"/>
                      </a:cubicBezTo>
                      <a:cubicBezTo>
                        <a:pt x="3834" y="6429"/>
                        <a:pt x="3799" y="6418"/>
                        <a:pt x="3739" y="6418"/>
                      </a:cubicBezTo>
                      <a:lnTo>
                        <a:pt x="894" y="6418"/>
                      </a:lnTo>
                      <a:cubicBezTo>
                        <a:pt x="596" y="6418"/>
                        <a:pt x="346" y="6179"/>
                        <a:pt x="346" y="5870"/>
                      </a:cubicBezTo>
                      <a:lnTo>
                        <a:pt x="346" y="881"/>
                      </a:lnTo>
                      <a:cubicBezTo>
                        <a:pt x="346" y="584"/>
                        <a:pt x="584" y="333"/>
                        <a:pt x="894" y="333"/>
                      </a:cubicBezTo>
                      <a:close/>
                      <a:moveTo>
                        <a:pt x="10502" y="1405"/>
                      </a:moveTo>
                      <a:cubicBezTo>
                        <a:pt x="10800" y="1405"/>
                        <a:pt x="11061" y="1643"/>
                        <a:pt x="11061" y="1953"/>
                      </a:cubicBezTo>
                      <a:lnTo>
                        <a:pt x="11061" y="6941"/>
                      </a:lnTo>
                      <a:cubicBezTo>
                        <a:pt x="11050" y="7239"/>
                        <a:pt x="10788" y="7489"/>
                        <a:pt x="10490" y="7489"/>
                      </a:cubicBezTo>
                      <a:lnTo>
                        <a:pt x="7656" y="7489"/>
                      </a:lnTo>
                      <a:cubicBezTo>
                        <a:pt x="7609" y="7489"/>
                        <a:pt x="7549" y="7525"/>
                        <a:pt x="7513" y="7549"/>
                      </a:cubicBezTo>
                      <a:cubicBezTo>
                        <a:pt x="7490" y="7596"/>
                        <a:pt x="7478" y="7644"/>
                        <a:pt x="7490" y="7680"/>
                      </a:cubicBezTo>
                      <a:lnTo>
                        <a:pt x="7918" y="9561"/>
                      </a:lnTo>
                      <a:lnTo>
                        <a:pt x="7918" y="9573"/>
                      </a:lnTo>
                      <a:lnTo>
                        <a:pt x="7906" y="9573"/>
                      </a:lnTo>
                      <a:lnTo>
                        <a:pt x="5216" y="7727"/>
                      </a:lnTo>
                      <a:lnTo>
                        <a:pt x="6644" y="6751"/>
                      </a:lnTo>
                      <a:lnTo>
                        <a:pt x="9430" y="6751"/>
                      </a:lnTo>
                      <a:cubicBezTo>
                        <a:pt x="9930" y="6751"/>
                        <a:pt x="10311" y="6358"/>
                        <a:pt x="10311" y="5870"/>
                      </a:cubicBezTo>
                      <a:lnTo>
                        <a:pt x="10311" y="1405"/>
                      </a:lnTo>
                      <a:close/>
                      <a:moveTo>
                        <a:pt x="882" y="0"/>
                      </a:moveTo>
                      <a:cubicBezTo>
                        <a:pt x="393" y="0"/>
                        <a:pt x="1" y="393"/>
                        <a:pt x="1" y="881"/>
                      </a:cubicBezTo>
                      <a:lnTo>
                        <a:pt x="1" y="5870"/>
                      </a:lnTo>
                      <a:cubicBezTo>
                        <a:pt x="1" y="6358"/>
                        <a:pt x="393" y="6739"/>
                        <a:pt x="882" y="6739"/>
                      </a:cubicBezTo>
                      <a:lnTo>
                        <a:pt x="1072" y="6739"/>
                      </a:lnTo>
                      <a:lnTo>
                        <a:pt x="1072" y="6941"/>
                      </a:lnTo>
                      <a:cubicBezTo>
                        <a:pt x="1072" y="7430"/>
                        <a:pt x="1465" y="7811"/>
                        <a:pt x="1953" y="7811"/>
                      </a:cubicBezTo>
                      <a:lnTo>
                        <a:pt x="3275" y="7811"/>
                      </a:lnTo>
                      <a:lnTo>
                        <a:pt x="3144" y="8406"/>
                      </a:lnTo>
                      <a:cubicBezTo>
                        <a:pt x="3108" y="8549"/>
                        <a:pt x="3168" y="8692"/>
                        <a:pt x="3287" y="8763"/>
                      </a:cubicBezTo>
                      <a:cubicBezTo>
                        <a:pt x="3346" y="8811"/>
                        <a:pt x="3430" y="8823"/>
                        <a:pt x="3489" y="8823"/>
                      </a:cubicBezTo>
                      <a:cubicBezTo>
                        <a:pt x="3561" y="8823"/>
                        <a:pt x="3620" y="8811"/>
                        <a:pt x="3680" y="8763"/>
                      </a:cubicBezTo>
                      <a:lnTo>
                        <a:pt x="4918" y="7918"/>
                      </a:lnTo>
                      <a:lnTo>
                        <a:pt x="7704" y="9835"/>
                      </a:lnTo>
                      <a:cubicBezTo>
                        <a:pt x="7763" y="9882"/>
                        <a:pt x="7847" y="9894"/>
                        <a:pt x="7906" y="9894"/>
                      </a:cubicBezTo>
                      <a:cubicBezTo>
                        <a:pt x="7978" y="9894"/>
                        <a:pt x="8037" y="9882"/>
                        <a:pt x="8097" y="9835"/>
                      </a:cubicBezTo>
                      <a:cubicBezTo>
                        <a:pt x="8216" y="9763"/>
                        <a:pt x="8275" y="9620"/>
                        <a:pt x="8240" y="9477"/>
                      </a:cubicBezTo>
                      <a:lnTo>
                        <a:pt x="7859" y="7811"/>
                      </a:lnTo>
                      <a:lnTo>
                        <a:pt x="10490" y="7811"/>
                      </a:lnTo>
                      <a:cubicBezTo>
                        <a:pt x="10978" y="7811"/>
                        <a:pt x="11371" y="7430"/>
                        <a:pt x="11371" y="6941"/>
                      </a:cubicBezTo>
                      <a:lnTo>
                        <a:pt x="11371" y="1953"/>
                      </a:lnTo>
                      <a:cubicBezTo>
                        <a:pt x="11371" y="1476"/>
                        <a:pt x="10966" y="1072"/>
                        <a:pt x="10490" y="1072"/>
                      </a:cubicBezTo>
                      <a:lnTo>
                        <a:pt x="10299" y="1072"/>
                      </a:lnTo>
                      <a:lnTo>
                        <a:pt x="10299" y="881"/>
                      </a:lnTo>
                      <a:cubicBezTo>
                        <a:pt x="10299" y="393"/>
                        <a:pt x="9918" y="0"/>
                        <a:pt x="9418" y="0"/>
                      </a:cubicBezTo>
                      <a:close/>
                    </a:path>
                  </a:pathLst>
                </a:custGeom>
                <a:solidFill>
                  <a:srgbClr val="03C2A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743" name="Google Shape;1743;p46"/>
          <p:cNvGrpSpPr/>
          <p:nvPr/>
        </p:nvGrpSpPr>
        <p:grpSpPr>
          <a:xfrm>
            <a:off x="2906176" y="2863200"/>
            <a:ext cx="1499733" cy="1104076"/>
            <a:chOff x="2906176" y="2863200"/>
            <a:chExt cx="1499733" cy="1104076"/>
          </a:xfrm>
        </p:grpSpPr>
        <p:sp>
          <p:nvSpPr>
            <p:cNvPr id="1744" name="Google Shape;1744;p46"/>
            <p:cNvSpPr/>
            <p:nvPr/>
          </p:nvSpPr>
          <p:spPr>
            <a:xfrm>
              <a:off x="3400450" y="2863200"/>
              <a:ext cx="1005459" cy="1104066"/>
            </a:xfrm>
            <a:custGeom>
              <a:avLst/>
              <a:gdLst/>
              <a:ahLst/>
              <a:cxnLst/>
              <a:rect l="l" t="t" r="r" b="b"/>
              <a:pathLst>
                <a:path w="23921" h="23904" extrusionOk="0">
                  <a:moveTo>
                    <a:pt x="2138" y="1"/>
                  </a:moveTo>
                  <a:cubicBezTo>
                    <a:pt x="914" y="1"/>
                    <a:pt x="0" y="988"/>
                    <a:pt x="0" y="2139"/>
                  </a:cubicBezTo>
                  <a:lnTo>
                    <a:pt x="0" y="21783"/>
                  </a:lnTo>
                  <a:cubicBezTo>
                    <a:pt x="0" y="22990"/>
                    <a:pt x="914" y="23903"/>
                    <a:pt x="2138" y="23903"/>
                  </a:cubicBezTo>
                  <a:lnTo>
                    <a:pt x="21783" y="23903"/>
                  </a:lnTo>
                  <a:cubicBezTo>
                    <a:pt x="22916" y="23903"/>
                    <a:pt x="23921" y="22990"/>
                    <a:pt x="23921" y="21783"/>
                  </a:cubicBezTo>
                  <a:lnTo>
                    <a:pt x="23921" y="2139"/>
                  </a:lnTo>
                  <a:cubicBezTo>
                    <a:pt x="23921" y="988"/>
                    <a:pt x="22916" y="1"/>
                    <a:pt x="21783" y="1"/>
                  </a:cubicBezTo>
                  <a:close/>
                </a:path>
              </a:pathLst>
            </a:custGeom>
            <a:solidFill>
              <a:srgbClr val="2B85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46"/>
            <p:cNvSpPr/>
            <p:nvPr/>
          </p:nvSpPr>
          <p:spPr>
            <a:xfrm>
              <a:off x="3297679" y="2989856"/>
              <a:ext cx="3418" cy="850820"/>
            </a:xfrm>
            <a:custGeom>
              <a:avLst/>
              <a:gdLst/>
              <a:ahLst/>
              <a:cxnLst/>
              <a:rect l="l" t="t" r="r" b="b"/>
              <a:pathLst>
                <a:path w="74" h="18421" extrusionOk="0">
                  <a:moveTo>
                    <a:pt x="73" y="0"/>
                  </a:moveTo>
                  <a:cubicBezTo>
                    <a:pt x="0" y="73"/>
                    <a:pt x="0" y="219"/>
                    <a:pt x="0" y="384"/>
                  </a:cubicBezTo>
                  <a:lnTo>
                    <a:pt x="0" y="18036"/>
                  </a:lnTo>
                  <a:cubicBezTo>
                    <a:pt x="0" y="18201"/>
                    <a:pt x="0" y="18347"/>
                    <a:pt x="73" y="18420"/>
                  </a:cubicBezTo>
                  <a:lnTo>
                    <a:pt x="73" y="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46"/>
            <p:cNvSpPr/>
            <p:nvPr/>
          </p:nvSpPr>
          <p:spPr>
            <a:xfrm>
              <a:off x="3301050" y="2863210"/>
              <a:ext cx="720848" cy="1104066"/>
            </a:xfrm>
            <a:custGeom>
              <a:avLst/>
              <a:gdLst/>
              <a:ahLst/>
              <a:cxnLst/>
              <a:rect l="l" t="t" r="r" b="b"/>
              <a:pathLst>
                <a:path w="15607" h="23904" extrusionOk="0">
                  <a:moveTo>
                    <a:pt x="3052" y="1"/>
                  </a:moveTo>
                  <a:cubicBezTo>
                    <a:pt x="1444" y="1"/>
                    <a:pt x="165" y="1134"/>
                    <a:pt x="0" y="2742"/>
                  </a:cubicBezTo>
                  <a:lnTo>
                    <a:pt x="0" y="21162"/>
                  </a:lnTo>
                  <a:cubicBezTo>
                    <a:pt x="165" y="22770"/>
                    <a:pt x="1444" y="23903"/>
                    <a:pt x="3052" y="23903"/>
                  </a:cubicBezTo>
                  <a:lnTo>
                    <a:pt x="3655" y="23903"/>
                  </a:lnTo>
                  <a:lnTo>
                    <a:pt x="15606" y="11952"/>
                  </a:lnTo>
                  <a:lnTo>
                    <a:pt x="3655" y="1"/>
                  </a:lnTo>
                  <a:close/>
                </a:path>
              </a:pathLst>
            </a:custGeom>
            <a:solidFill>
              <a:srgbClr val="53A8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46"/>
            <p:cNvSpPr/>
            <p:nvPr/>
          </p:nvSpPr>
          <p:spPr>
            <a:xfrm>
              <a:off x="2906176" y="3017708"/>
              <a:ext cx="798489" cy="798490"/>
            </a:xfrm>
            <a:custGeom>
              <a:avLst/>
              <a:gdLst/>
              <a:ahLst/>
              <a:cxnLst/>
              <a:rect l="l" t="t" r="r" b="b"/>
              <a:pathLst>
                <a:path w="17288" h="17288" extrusionOk="0">
                  <a:moveTo>
                    <a:pt x="8607" y="0"/>
                  </a:moveTo>
                  <a:lnTo>
                    <a:pt x="0" y="8607"/>
                  </a:lnTo>
                  <a:lnTo>
                    <a:pt x="8607" y="17287"/>
                  </a:lnTo>
                  <a:lnTo>
                    <a:pt x="17287" y="8607"/>
                  </a:lnTo>
                  <a:lnTo>
                    <a:pt x="8607" y="0"/>
                  </a:lnTo>
                  <a:close/>
                </a:path>
              </a:pathLst>
            </a:cu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8" name="Google Shape;1748;p46"/>
            <p:cNvGrpSpPr/>
            <p:nvPr/>
          </p:nvGrpSpPr>
          <p:grpSpPr>
            <a:xfrm>
              <a:off x="3126722" y="3288691"/>
              <a:ext cx="357399" cy="289914"/>
              <a:chOff x="5220616" y="2791061"/>
              <a:chExt cx="373185" cy="302466"/>
            </a:xfrm>
          </p:grpSpPr>
          <p:sp>
            <p:nvSpPr>
              <p:cNvPr id="1749" name="Google Shape;1749;p46"/>
              <p:cNvSpPr/>
              <p:nvPr/>
            </p:nvSpPr>
            <p:spPr>
              <a:xfrm>
                <a:off x="5220616" y="2791061"/>
                <a:ext cx="373185" cy="302466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9525" extrusionOk="0">
                    <a:moveTo>
                      <a:pt x="1834" y="345"/>
                    </a:moveTo>
                    <a:cubicBezTo>
                      <a:pt x="1834" y="345"/>
                      <a:pt x="1846" y="345"/>
                      <a:pt x="1846" y="357"/>
                    </a:cubicBezTo>
                    <a:lnTo>
                      <a:pt x="1846" y="1083"/>
                    </a:lnTo>
                    <a:cubicBezTo>
                      <a:pt x="1846" y="1083"/>
                      <a:pt x="1846" y="1107"/>
                      <a:pt x="1834" y="1107"/>
                    </a:cubicBezTo>
                    <a:lnTo>
                      <a:pt x="1465" y="1107"/>
                    </a:lnTo>
                    <a:cubicBezTo>
                      <a:pt x="1465" y="1107"/>
                      <a:pt x="1453" y="1107"/>
                      <a:pt x="1453" y="1083"/>
                    </a:cubicBezTo>
                    <a:lnTo>
                      <a:pt x="1453" y="357"/>
                    </a:lnTo>
                    <a:lnTo>
                      <a:pt x="1465" y="357"/>
                    </a:lnTo>
                    <a:cubicBezTo>
                      <a:pt x="1465" y="351"/>
                      <a:pt x="1468" y="348"/>
                      <a:pt x="1469" y="348"/>
                    </a:cubicBezTo>
                    <a:lnTo>
                      <a:pt x="1469" y="348"/>
                    </a:lnTo>
                    <a:cubicBezTo>
                      <a:pt x="1471" y="348"/>
                      <a:pt x="1471" y="351"/>
                      <a:pt x="1465" y="357"/>
                    </a:cubicBezTo>
                    <a:lnTo>
                      <a:pt x="1834" y="345"/>
                    </a:lnTo>
                    <a:close/>
                    <a:moveTo>
                      <a:pt x="10276" y="345"/>
                    </a:moveTo>
                    <a:cubicBezTo>
                      <a:pt x="10276" y="345"/>
                      <a:pt x="10288" y="345"/>
                      <a:pt x="10288" y="357"/>
                    </a:cubicBezTo>
                    <a:lnTo>
                      <a:pt x="10288" y="1083"/>
                    </a:lnTo>
                    <a:cubicBezTo>
                      <a:pt x="10288" y="1083"/>
                      <a:pt x="10288" y="1107"/>
                      <a:pt x="10276" y="1107"/>
                    </a:cubicBezTo>
                    <a:lnTo>
                      <a:pt x="9907" y="1107"/>
                    </a:lnTo>
                    <a:cubicBezTo>
                      <a:pt x="9907" y="1107"/>
                      <a:pt x="9895" y="1107"/>
                      <a:pt x="9895" y="1083"/>
                    </a:cubicBezTo>
                    <a:lnTo>
                      <a:pt x="9895" y="357"/>
                    </a:lnTo>
                    <a:lnTo>
                      <a:pt x="9907" y="357"/>
                    </a:lnTo>
                    <a:cubicBezTo>
                      <a:pt x="9907" y="351"/>
                      <a:pt x="9910" y="348"/>
                      <a:pt x="9911" y="348"/>
                    </a:cubicBezTo>
                    <a:lnTo>
                      <a:pt x="9911" y="348"/>
                    </a:lnTo>
                    <a:cubicBezTo>
                      <a:pt x="9912" y="348"/>
                      <a:pt x="9912" y="351"/>
                      <a:pt x="9907" y="357"/>
                    </a:cubicBezTo>
                    <a:lnTo>
                      <a:pt x="10276" y="345"/>
                    </a:lnTo>
                    <a:close/>
                    <a:moveTo>
                      <a:pt x="11038" y="1107"/>
                    </a:moveTo>
                    <a:cubicBezTo>
                      <a:pt x="11240" y="1107"/>
                      <a:pt x="11407" y="1262"/>
                      <a:pt x="11407" y="1476"/>
                    </a:cubicBezTo>
                    <a:lnTo>
                      <a:pt x="11407" y="8811"/>
                    </a:lnTo>
                    <a:cubicBezTo>
                      <a:pt x="11407" y="9001"/>
                      <a:pt x="11228" y="9180"/>
                      <a:pt x="11026" y="9180"/>
                    </a:cubicBezTo>
                    <a:lnTo>
                      <a:pt x="751" y="9180"/>
                    </a:lnTo>
                    <a:cubicBezTo>
                      <a:pt x="536" y="9180"/>
                      <a:pt x="382" y="9025"/>
                      <a:pt x="382" y="8811"/>
                    </a:cubicBezTo>
                    <a:lnTo>
                      <a:pt x="382" y="1476"/>
                    </a:lnTo>
                    <a:cubicBezTo>
                      <a:pt x="382" y="1262"/>
                      <a:pt x="536" y="1107"/>
                      <a:pt x="751" y="1107"/>
                    </a:cubicBezTo>
                    <a:lnTo>
                      <a:pt x="1120" y="1107"/>
                    </a:lnTo>
                    <a:lnTo>
                      <a:pt x="1120" y="1119"/>
                    </a:lnTo>
                    <a:cubicBezTo>
                      <a:pt x="1120" y="1310"/>
                      <a:pt x="1286" y="1476"/>
                      <a:pt x="1477" y="1476"/>
                    </a:cubicBezTo>
                    <a:lnTo>
                      <a:pt x="1858" y="1476"/>
                    </a:lnTo>
                    <a:cubicBezTo>
                      <a:pt x="2048" y="1476"/>
                      <a:pt x="2215" y="1310"/>
                      <a:pt x="2215" y="1119"/>
                    </a:cubicBezTo>
                    <a:lnTo>
                      <a:pt x="2215" y="1107"/>
                    </a:lnTo>
                    <a:lnTo>
                      <a:pt x="9573" y="1107"/>
                    </a:lnTo>
                    <a:lnTo>
                      <a:pt x="9573" y="1119"/>
                    </a:lnTo>
                    <a:cubicBezTo>
                      <a:pt x="9573" y="1310"/>
                      <a:pt x="9740" y="1476"/>
                      <a:pt x="9930" y="1476"/>
                    </a:cubicBezTo>
                    <a:lnTo>
                      <a:pt x="10311" y="1476"/>
                    </a:lnTo>
                    <a:cubicBezTo>
                      <a:pt x="10502" y="1476"/>
                      <a:pt x="10669" y="1310"/>
                      <a:pt x="10669" y="1119"/>
                    </a:cubicBezTo>
                    <a:lnTo>
                      <a:pt x="10669" y="1107"/>
                    </a:lnTo>
                    <a:close/>
                    <a:moveTo>
                      <a:pt x="1465" y="0"/>
                    </a:moveTo>
                    <a:cubicBezTo>
                      <a:pt x="1275" y="0"/>
                      <a:pt x="1108" y="167"/>
                      <a:pt x="1108" y="357"/>
                    </a:cubicBezTo>
                    <a:lnTo>
                      <a:pt x="1108" y="726"/>
                    </a:lnTo>
                    <a:lnTo>
                      <a:pt x="739" y="726"/>
                    </a:lnTo>
                    <a:cubicBezTo>
                      <a:pt x="334" y="726"/>
                      <a:pt x="1" y="1060"/>
                      <a:pt x="1" y="1464"/>
                    </a:cubicBezTo>
                    <a:lnTo>
                      <a:pt x="1" y="8799"/>
                    </a:lnTo>
                    <a:cubicBezTo>
                      <a:pt x="1" y="9204"/>
                      <a:pt x="334" y="9525"/>
                      <a:pt x="739" y="9525"/>
                    </a:cubicBezTo>
                    <a:lnTo>
                      <a:pt x="11014" y="9525"/>
                    </a:lnTo>
                    <a:cubicBezTo>
                      <a:pt x="11419" y="9525"/>
                      <a:pt x="11752" y="9204"/>
                      <a:pt x="11752" y="8799"/>
                    </a:cubicBezTo>
                    <a:lnTo>
                      <a:pt x="11752" y="1464"/>
                    </a:lnTo>
                    <a:cubicBezTo>
                      <a:pt x="11752" y="1060"/>
                      <a:pt x="11419" y="726"/>
                      <a:pt x="11026" y="726"/>
                    </a:cubicBezTo>
                    <a:lnTo>
                      <a:pt x="10645" y="726"/>
                    </a:lnTo>
                    <a:lnTo>
                      <a:pt x="10645" y="357"/>
                    </a:lnTo>
                    <a:cubicBezTo>
                      <a:pt x="10645" y="167"/>
                      <a:pt x="10490" y="0"/>
                      <a:pt x="10288" y="0"/>
                    </a:cubicBezTo>
                    <a:lnTo>
                      <a:pt x="9918" y="0"/>
                    </a:lnTo>
                    <a:cubicBezTo>
                      <a:pt x="9728" y="0"/>
                      <a:pt x="9561" y="167"/>
                      <a:pt x="9561" y="357"/>
                    </a:cubicBezTo>
                    <a:lnTo>
                      <a:pt x="9561" y="726"/>
                    </a:lnTo>
                    <a:lnTo>
                      <a:pt x="2191" y="726"/>
                    </a:lnTo>
                    <a:lnTo>
                      <a:pt x="2191" y="357"/>
                    </a:lnTo>
                    <a:cubicBezTo>
                      <a:pt x="2191" y="167"/>
                      <a:pt x="2025" y="0"/>
                      <a:pt x="1834" y="0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46"/>
              <p:cNvSpPr/>
              <p:nvPr/>
            </p:nvSpPr>
            <p:spPr>
              <a:xfrm>
                <a:off x="5244432" y="2849268"/>
                <a:ext cx="326314" cy="11368"/>
              </a:xfrm>
              <a:custGeom>
                <a:avLst/>
                <a:gdLst/>
                <a:ahLst/>
                <a:cxnLst/>
                <a:rect l="l" t="t" r="r" b="b"/>
                <a:pathLst>
                  <a:path w="10276" h="358" extrusionOk="0">
                    <a:moveTo>
                      <a:pt x="179" y="1"/>
                    </a:moveTo>
                    <a:cubicBezTo>
                      <a:pt x="96" y="1"/>
                      <a:pt x="1" y="72"/>
                      <a:pt x="1" y="179"/>
                    </a:cubicBezTo>
                    <a:cubicBezTo>
                      <a:pt x="1" y="274"/>
                      <a:pt x="72" y="358"/>
                      <a:pt x="179" y="358"/>
                    </a:cubicBezTo>
                    <a:lnTo>
                      <a:pt x="10097" y="358"/>
                    </a:lnTo>
                    <a:cubicBezTo>
                      <a:pt x="10180" y="358"/>
                      <a:pt x="10276" y="274"/>
                      <a:pt x="10276" y="179"/>
                    </a:cubicBezTo>
                    <a:cubicBezTo>
                      <a:pt x="10276" y="72"/>
                      <a:pt x="10180" y="1"/>
                      <a:pt x="10097" y="1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46"/>
              <p:cNvSpPr/>
              <p:nvPr/>
            </p:nvSpPr>
            <p:spPr>
              <a:xfrm>
                <a:off x="5261834" y="2896139"/>
                <a:ext cx="46521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359" extrusionOk="0">
                    <a:moveTo>
                      <a:pt x="179" y="1"/>
                    </a:moveTo>
                    <a:cubicBezTo>
                      <a:pt x="96" y="1"/>
                      <a:pt x="0" y="72"/>
                      <a:pt x="0" y="180"/>
                    </a:cubicBezTo>
                    <a:cubicBezTo>
                      <a:pt x="0" y="275"/>
                      <a:pt x="72" y="358"/>
                      <a:pt x="179" y="358"/>
                    </a:cubicBezTo>
                    <a:lnTo>
                      <a:pt x="1286" y="358"/>
                    </a:lnTo>
                    <a:cubicBezTo>
                      <a:pt x="1370" y="358"/>
                      <a:pt x="1465" y="275"/>
                      <a:pt x="1465" y="180"/>
                    </a:cubicBezTo>
                    <a:cubicBezTo>
                      <a:pt x="1465" y="72"/>
                      <a:pt x="1370" y="1"/>
                      <a:pt x="1286" y="1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46"/>
              <p:cNvSpPr/>
              <p:nvPr/>
            </p:nvSpPr>
            <p:spPr>
              <a:xfrm>
                <a:off x="5343507" y="2896139"/>
                <a:ext cx="46521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359" extrusionOk="0">
                    <a:moveTo>
                      <a:pt x="179" y="1"/>
                    </a:moveTo>
                    <a:cubicBezTo>
                      <a:pt x="95" y="1"/>
                      <a:pt x="0" y="72"/>
                      <a:pt x="0" y="180"/>
                    </a:cubicBezTo>
                    <a:cubicBezTo>
                      <a:pt x="0" y="275"/>
                      <a:pt x="83" y="358"/>
                      <a:pt x="179" y="358"/>
                    </a:cubicBezTo>
                    <a:lnTo>
                      <a:pt x="1286" y="358"/>
                    </a:lnTo>
                    <a:cubicBezTo>
                      <a:pt x="1369" y="358"/>
                      <a:pt x="1465" y="275"/>
                      <a:pt x="1465" y="180"/>
                    </a:cubicBezTo>
                    <a:cubicBezTo>
                      <a:pt x="1465" y="72"/>
                      <a:pt x="1381" y="1"/>
                      <a:pt x="1286" y="1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46"/>
              <p:cNvSpPr/>
              <p:nvPr/>
            </p:nvSpPr>
            <p:spPr>
              <a:xfrm>
                <a:off x="5506823" y="2896139"/>
                <a:ext cx="46172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359" extrusionOk="0">
                    <a:moveTo>
                      <a:pt x="179" y="1"/>
                    </a:moveTo>
                    <a:cubicBezTo>
                      <a:pt x="84" y="1"/>
                      <a:pt x="1" y="72"/>
                      <a:pt x="1" y="180"/>
                    </a:cubicBezTo>
                    <a:cubicBezTo>
                      <a:pt x="1" y="275"/>
                      <a:pt x="72" y="358"/>
                      <a:pt x="179" y="358"/>
                    </a:cubicBezTo>
                    <a:lnTo>
                      <a:pt x="1275" y="358"/>
                    </a:lnTo>
                    <a:cubicBezTo>
                      <a:pt x="1370" y="358"/>
                      <a:pt x="1453" y="275"/>
                      <a:pt x="1453" y="180"/>
                    </a:cubicBezTo>
                    <a:cubicBezTo>
                      <a:pt x="1453" y="72"/>
                      <a:pt x="1370" y="1"/>
                      <a:pt x="1275" y="1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Google Shape;1754;p46"/>
              <p:cNvSpPr/>
              <p:nvPr/>
            </p:nvSpPr>
            <p:spPr>
              <a:xfrm>
                <a:off x="5261834" y="2942660"/>
                <a:ext cx="46521" cy="11368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358" extrusionOk="0">
                    <a:moveTo>
                      <a:pt x="179" y="0"/>
                    </a:moveTo>
                    <a:cubicBezTo>
                      <a:pt x="96" y="0"/>
                      <a:pt x="0" y="84"/>
                      <a:pt x="0" y="179"/>
                    </a:cubicBezTo>
                    <a:cubicBezTo>
                      <a:pt x="0" y="286"/>
                      <a:pt x="72" y="358"/>
                      <a:pt x="179" y="358"/>
                    </a:cubicBezTo>
                    <a:lnTo>
                      <a:pt x="1286" y="358"/>
                    </a:lnTo>
                    <a:cubicBezTo>
                      <a:pt x="1370" y="358"/>
                      <a:pt x="1465" y="286"/>
                      <a:pt x="1465" y="179"/>
                    </a:cubicBezTo>
                    <a:cubicBezTo>
                      <a:pt x="1465" y="84"/>
                      <a:pt x="1370" y="0"/>
                      <a:pt x="1286" y="0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1755;p46"/>
              <p:cNvSpPr/>
              <p:nvPr/>
            </p:nvSpPr>
            <p:spPr>
              <a:xfrm>
                <a:off x="5424768" y="2942660"/>
                <a:ext cx="46553" cy="11368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358" extrusionOk="0">
                    <a:moveTo>
                      <a:pt x="180" y="0"/>
                    </a:moveTo>
                    <a:cubicBezTo>
                      <a:pt x="96" y="0"/>
                      <a:pt x="1" y="84"/>
                      <a:pt x="1" y="179"/>
                    </a:cubicBezTo>
                    <a:cubicBezTo>
                      <a:pt x="1" y="286"/>
                      <a:pt x="84" y="358"/>
                      <a:pt x="180" y="358"/>
                    </a:cubicBezTo>
                    <a:lnTo>
                      <a:pt x="1287" y="358"/>
                    </a:lnTo>
                    <a:cubicBezTo>
                      <a:pt x="1370" y="358"/>
                      <a:pt x="1465" y="286"/>
                      <a:pt x="1465" y="179"/>
                    </a:cubicBezTo>
                    <a:cubicBezTo>
                      <a:pt x="1465" y="84"/>
                      <a:pt x="1394" y="0"/>
                      <a:pt x="1287" y="0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1756;p46"/>
              <p:cNvSpPr/>
              <p:nvPr/>
            </p:nvSpPr>
            <p:spPr>
              <a:xfrm>
                <a:off x="5261834" y="2989149"/>
                <a:ext cx="46521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359" extrusionOk="0">
                    <a:moveTo>
                      <a:pt x="179" y="1"/>
                    </a:moveTo>
                    <a:cubicBezTo>
                      <a:pt x="96" y="1"/>
                      <a:pt x="0" y="72"/>
                      <a:pt x="0" y="179"/>
                    </a:cubicBezTo>
                    <a:cubicBezTo>
                      <a:pt x="0" y="287"/>
                      <a:pt x="72" y="358"/>
                      <a:pt x="179" y="358"/>
                    </a:cubicBezTo>
                    <a:lnTo>
                      <a:pt x="1286" y="358"/>
                    </a:lnTo>
                    <a:cubicBezTo>
                      <a:pt x="1370" y="358"/>
                      <a:pt x="1465" y="287"/>
                      <a:pt x="1465" y="179"/>
                    </a:cubicBezTo>
                    <a:cubicBezTo>
                      <a:pt x="1465" y="72"/>
                      <a:pt x="1370" y="1"/>
                      <a:pt x="1286" y="1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1757;p46"/>
              <p:cNvSpPr/>
              <p:nvPr/>
            </p:nvSpPr>
            <p:spPr>
              <a:xfrm>
                <a:off x="5343507" y="2989149"/>
                <a:ext cx="46521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359" extrusionOk="0">
                    <a:moveTo>
                      <a:pt x="179" y="1"/>
                    </a:moveTo>
                    <a:cubicBezTo>
                      <a:pt x="95" y="1"/>
                      <a:pt x="0" y="72"/>
                      <a:pt x="0" y="179"/>
                    </a:cubicBezTo>
                    <a:cubicBezTo>
                      <a:pt x="0" y="287"/>
                      <a:pt x="83" y="358"/>
                      <a:pt x="179" y="358"/>
                    </a:cubicBezTo>
                    <a:lnTo>
                      <a:pt x="1286" y="358"/>
                    </a:lnTo>
                    <a:cubicBezTo>
                      <a:pt x="1369" y="358"/>
                      <a:pt x="1465" y="287"/>
                      <a:pt x="1465" y="179"/>
                    </a:cubicBezTo>
                    <a:cubicBezTo>
                      <a:pt x="1465" y="72"/>
                      <a:pt x="1381" y="1"/>
                      <a:pt x="1286" y="1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46"/>
              <p:cNvSpPr/>
              <p:nvPr/>
            </p:nvSpPr>
            <p:spPr>
              <a:xfrm>
                <a:off x="5506823" y="2989149"/>
                <a:ext cx="46172" cy="11400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359" extrusionOk="0">
                    <a:moveTo>
                      <a:pt x="179" y="1"/>
                    </a:moveTo>
                    <a:cubicBezTo>
                      <a:pt x="84" y="1"/>
                      <a:pt x="1" y="72"/>
                      <a:pt x="1" y="179"/>
                    </a:cubicBezTo>
                    <a:cubicBezTo>
                      <a:pt x="1" y="287"/>
                      <a:pt x="72" y="358"/>
                      <a:pt x="179" y="358"/>
                    </a:cubicBezTo>
                    <a:lnTo>
                      <a:pt x="1275" y="358"/>
                    </a:lnTo>
                    <a:cubicBezTo>
                      <a:pt x="1370" y="358"/>
                      <a:pt x="1453" y="287"/>
                      <a:pt x="1453" y="179"/>
                    </a:cubicBezTo>
                    <a:cubicBezTo>
                      <a:pt x="1453" y="72"/>
                      <a:pt x="1370" y="1"/>
                      <a:pt x="1275" y="1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46"/>
              <p:cNvSpPr/>
              <p:nvPr/>
            </p:nvSpPr>
            <p:spPr>
              <a:xfrm>
                <a:off x="5343507" y="3036051"/>
                <a:ext cx="46521" cy="10987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346" extrusionOk="0">
                    <a:moveTo>
                      <a:pt x="179" y="0"/>
                    </a:moveTo>
                    <a:cubicBezTo>
                      <a:pt x="95" y="0"/>
                      <a:pt x="0" y="72"/>
                      <a:pt x="0" y="179"/>
                    </a:cubicBezTo>
                    <a:cubicBezTo>
                      <a:pt x="0" y="274"/>
                      <a:pt x="83" y="346"/>
                      <a:pt x="179" y="346"/>
                    </a:cubicBezTo>
                    <a:lnTo>
                      <a:pt x="1286" y="346"/>
                    </a:lnTo>
                    <a:cubicBezTo>
                      <a:pt x="1369" y="346"/>
                      <a:pt x="1465" y="274"/>
                      <a:pt x="1465" y="179"/>
                    </a:cubicBezTo>
                    <a:cubicBezTo>
                      <a:pt x="1465" y="72"/>
                      <a:pt x="1381" y="0"/>
                      <a:pt x="1286" y="0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46"/>
              <p:cNvSpPr/>
              <p:nvPr/>
            </p:nvSpPr>
            <p:spPr>
              <a:xfrm>
                <a:off x="5424768" y="3036051"/>
                <a:ext cx="46553" cy="10987"/>
              </a:xfrm>
              <a:custGeom>
                <a:avLst/>
                <a:gdLst/>
                <a:ahLst/>
                <a:cxnLst/>
                <a:rect l="l" t="t" r="r" b="b"/>
                <a:pathLst>
                  <a:path w="1466" h="346" extrusionOk="0">
                    <a:moveTo>
                      <a:pt x="180" y="0"/>
                    </a:moveTo>
                    <a:cubicBezTo>
                      <a:pt x="96" y="0"/>
                      <a:pt x="1" y="72"/>
                      <a:pt x="1" y="179"/>
                    </a:cubicBezTo>
                    <a:cubicBezTo>
                      <a:pt x="1" y="274"/>
                      <a:pt x="84" y="346"/>
                      <a:pt x="180" y="346"/>
                    </a:cubicBezTo>
                    <a:lnTo>
                      <a:pt x="1287" y="346"/>
                    </a:lnTo>
                    <a:cubicBezTo>
                      <a:pt x="1370" y="346"/>
                      <a:pt x="1465" y="274"/>
                      <a:pt x="1465" y="179"/>
                    </a:cubicBezTo>
                    <a:cubicBezTo>
                      <a:pt x="1465" y="72"/>
                      <a:pt x="1394" y="0"/>
                      <a:pt x="1287" y="0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46"/>
              <p:cNvSpPr/>
              <p:nvPr/>
            </p:nvSpPr>
            <p:spPr>
              <a:xfrm>
                <a:off x="5506823" y="3036051"/>
                <a:ext cx="46172" cy="10987"/>
              </a:xfrm>
              <a:custGeom>
                <a:avLst/>
                <a:gdLst/>
                <a:ahLst/>
                <a:cxnLst/>
                <a:rect l="l" t="t" r="r" b="b"/>
                <a:pathLst>
                  <a:path w="1454" h="346" extrusionOk="0">
                    <a:moveTo>
                      <a:pt x="179" y="0"/>
                    </a:moveTo>
                    <a:cubicBezTo>
                      <a:pt x="84" y="0"/>
                      <a:pt x="1" y="72"/>
                      <a:pt x="1" y="179"/>
                    </a:cubicBezTo>
                    <a:cubicBezTo>
                      <a:pt x="1" y="274"/>
                      <a:pt x="72" y="346"/>
                      <a:pt x="179" y="346"/>
                    </a:cubicBezTo>
                    <a:lnTo>
                      <a:pt x="1275" y="346"/>
                    </a:lnTo>
                    <a:cubicBezTo>
                      <a:pt x="1370" y="346"/>
                      <a:pt x="1453" y="274"/>
                      <a:pt x="1453" y="179"/>
                    </a:cubicBezTo>
                    <a:cubicBezTo>
                      <a:pt x="1453" y="72"/>
                      <a:pt x="1370" y="0"/>
                      <a:pt x="1275" y="0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46"/>
              <p:cNvSpPr/>
              <p:nvPr/>
            </p:nvSpPr>
            <p:spPr>
              <a:xfrm>
                <a:off x="5343126" y="2930752"/>
                <a:ext cx="46902" cy="33851"/>
              </a:xfrm>
              <a:custGeom>
                <a:avLst/>
                <a:gdLst/>
                <a:ahLst/>
                <a:cxnLst/>
                <a:rect l="l" t="t" r="r" b="b"/>
                <a:pathLst>
                  <a:path w="1477" h="1066" extrusionOk="0">
                    <a:moveTo>
                      <a:pt x="1293" y="0"/>
                    </a:moveTo>
                    <a:cubicBezTo>
                      <a:pt x="1250" y="0"/>
                      <a:pt x="1209" y="18"/>
                      <a:pt x="1179" y="54"/>
                    </a:cubicBezTo>
                    <a:lnTo>
                      <a:pt x="572" y="661"/>
                    </a:lnTo>
                    <a:lnTo>
                      <a:pt x="322" y="411"/>
                    </a:lnTo>
                    <a:cubicBezTo>
                      <a:pt x="280" y="375"/>
                      <a:pt x="235" y="358"/>
                      <a:pt x="194" y="358"/>
                    </a:cubicBezTo>
                    <a:cubicBezTo>
                      <a:pt x="152" y="358"/>
                      <a:pt x="113" y="375"/>
                      <a:pt x="84" y="411"/>
                    </a:cubicBezTo>
                    <a:cubicBezTo>
                      <a:pt x="0" y="483"/>
                      <a:pt x="0" y="590"/>
                      <a:pt x="84" y="649"/>
                    </a:cubicBezTo>
                    <a:lnTo>
                      <a:pt x="453" y="1018"/>
                    </a:lnTo>
                    <a:cubicBezTo>
                      <a:pt x="476" y="1054"/>
                      <a:pt x="524" y="1066"/>
                      <a:pt x="572" y="1066"/>
                    </a:cubicBezTo>
                    <a:cubicBezTo>
                      <a:pt x="619" y="1066"/>
                      <a:pt x="655" y="1054"/>
                      <a:pt x="691" y="1018"/>
                    </a:cubicBezTo>
                    <a:lnTo>
                      <a:pt x="1417" y="292"/>
                    </a:lnTo>
                    <a:cubicBezTo>
                      <a:pt x="1477" y="233"/>
                      <a:pt x="1477" y="125"/>
                      <a:pt x="1417" y="54"/>
                    </a:cubicBezTo>
                    <a:cubicBezTo>
                      <a:pt x="1381" y="18"/>
                      <a:pt x="1337" y="0"/>
                      <a:pt x="1293" y="0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46"/>
              <p:cNvSpPr/>
              <p:nvPr/>
            </p:nvSpPr>
            <p:spPr>
              <a:xfrm>
                <a:off x="5506442" y="2930752"/>
                <a:ext cx="47283" cy="33851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066" extrusionOk="0">
                    <a:moveTo>
                      <a:pt x="1282" y="0"/>
                    </a:moveTo>
                    <a:cubicBezTo>
                      <a:pt x="1239" y="0"/>
                      <a:pt x="1197" y="18"/>
                      <a:pt x="1167" y="54"/>
                    </a:cubicBezTo>
                    <a:lnTo>
                      <a:pt x="560" y="661"/>
                    </a:lnTo>
                    <a:lnTo>
                      <a:pt x="310" y="411"/>
                    </a:lnTo>
                    <a:cubicBezTo>
                      <a:pt x="275" y="375"/>
                      <a:pt x="230" y="358"/>
                      <a:pt x="187" y="358"/>
                    </a:cubicBezTo>
                    <a:cubicBezTo>
                      <a:pt x="144" y="358"/>
                      <a:pt x="102" y="375"/>
                      <a:pt x="72" y="411"/>
                    </a:cubicBezTo>
                    <a:cubicBezTo>
                      <a:pt x="1" y="483"/>
                      <a:pt x="1" y="590"/>
                      <a:pt x="72" y="649"/>
                    </a:cubicBezTo>
                    <a:lnTo>
                      <a:pt x="441" y="1018"/>
                    </a:lnTo>
                    <a:cubicBezTo>
                      <a:pt x="477" y="1054"/>
                      <a:pt x="513" y="1066"/>
                      <a:pt x="560" y="1066"/>
                    </a:cubicBezTo>
                    <a:cubicBezTo>
                      <a:pt x="608" y="1066"/>
                      <a:pt x="656" y="1054"/>
                      <a:pt x="679" y="1018"/>
                    </a:cubicBezTo>
                    <a:lnTo>
                      <a:pt x="1406" y="292"/>
                    </a:lnTo>
                    <a:cubicBezTo>
                      <a:pt x="1489" y="233"/>
                      <a:pt x="1489" y="125"/>
                      <a:pt x="1406" y="54"/>
                    </a:cubicBezTo>
                    <a:cubicBezTo>
                      <a:pt x="1370" y="18"/>
                      <a:pt x="1325" y="0"/>
                      <a:pt x="1282" y="0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46"/>
              <p:cNvSpPr/>
              <p:nvPr/>
            </p:nvSpPr>
            <p:spPr>
              <a:xfrm>
                <a:off x="5424419" y="2977336"/>
                <a:ext cx="47283" cy="34168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076" extrusionOk="0">
                    <a:moveTo>
                      <a:pt x="1293" y="1"/>
                    </a:moveTo>
                    <a:cubicBezTo>
                      <a:pt x="1250" y="1"/>
                      <a:pt x="1208" y="22"/>
                      <a:pt x="1179" y="63"/>
                    </a:cubicBezTo>
                    <a:lnTo>
                      <a:pt x="572" y="671"/>
                    </a:lnTo>
                    <a:lnTo>
                      <a:pt x="321" y="421"/>
                    </a:lnTo>
                    <a:cubicBezTo>
                      <a:pt x="280" y="379"/>
                      <a:pt x="235" y="358"/>
                      <a:pt x="193" y="358"/>
                    </a:cubicBezTo>
                    <a:cubicBezTo>
                      <a:pt x="152" y="358"/>
                      <a:pt x="113" y="379"/>
                      <a:pt x="83" y="421"/>
                    </a:cubicBezTo>
                    <a:cubicBezTo>
                      <a:pt x="0" y="492"/>
                      <a:pt x="0" y="599"/>
                      <a:pt x="83" y="659"/>
                    </a:cubicBezTo>
                    <a:lnTo>
                      <a:pt x="452" y="1028"/>
                    </a:lnTo>
                    <a:cubicBezTo>
                      <a:pt x="476" y="1052"/>
                      <a:pt x="524" y="1075"/>
                      <a:pt x="572" y="1075"/>
                    </a:cubicBezTo>
                    <a:cubicBezTo>
                      <a:pt x="619" y="1075"/>
                      <a:pt x="655" y="1052"/>
                      <a:pt x="691" y="1028"/>
                    </a:cubicBezTo>
                    <a:lnTo>
                      <a:pt x="1417" y="301"/>
                    </a:lnTo>
                    <a:cubicBezTo>
                      <a:pt x="1488" y="242"/>
                      <a:pt x="1488" y="123"/>
                      <a:pt x="1417" y="63"/>
                    </a:cubicBezTo>
                    <a:cubicBezTo>
                      <a:pt x="1381" y="22"/>
                      <a:pt x="1336" y="1"/>
                      <a:pt x="1293" y="1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46"/>
              <p:cNvSpPr/>
              <p:nvPr/>
            </p:nvSpPr>
            <p:spPr>
              <a:xfrm>
                <a:off x="5261453" y="3024143"/>
                <a:ext cx="47283" cy="33851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066" extrusionOk="0">
                    <a:moveTo>
                      <a:pt x="1289" y="0"/>
                    </a:moveTo>
                    <a:cubicBezTo>
                      <a:pt x="1248" y="0"/>
                      <a:pt x="1209" y="18"/>
                      <a:pt x="1179" y="54"/>
                    </a:cubicBezTo>
                    <a:lnTo>
                      <a:pt x="572" y="673"/>
                    </a:lnTo>
                    <a:lnTo>
                      <a:pt x="310" y="411"/>
                    </a:lnTo>
                    <a:cubicBezTo>
                      <a:pt x="274" y="375"/>
                      <a:pt x="230" y="357"/>
                      <a:pt x="186" y="357"/>
                    </a:cubicBezTo>
                    <a:cubicBezTo>
                      <a:pt x="143" y="357"/>
                      <a:pt x="102" y="375"/>
                      <a:pt x="72" y="411"/>
                    </a:cubicBezTo>
                    <a:cubicBezTo>
                      <a:pt x="0" y="494"/>
                      <a:pt x="0" y="590"/>
                      <a:pt x="72" y="649"/>
                    </a:cubicBezTo>
                    <a:lnTo>
                      <a:pt x="453" y="1030"/>
                    </a:lnTo>
                    <a:cubicBezTo>
                      <a:pt x="477" y="1054"/>
                      <a:pt x="524" y="1066"/>
                      <a:pt x="572" y="1066"/>
                    </a:cubicBezTo>
                    <a:cubicBezTo>
                      <a:pt x="608" y="1066"/>
                      <a:pt x="655" y="1054"/>
                      <a:pt x="691" y="1030"/>
                    </a:cubicBezTo>
                    <a:lnTo>
                      <a:pt x="1417" y="292"/>
                    </a:lnTo>
                    <a:cubicBezTo>
                      <a:pt x="1489" y="220"/>
                      <a:pt x="1489" y="113"/>
                      <a:pt x="1417" y="54"/>
                    </a:cubicBezTo>
                    <a:cubicBezTo>
                      <a:pt x="1376" y="18"/>
                      <a:pt x="1331" y="0"/>
                      <a:pt x="1289" y="0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Google Shape;1766;p46"/>
              <p:cNvSpPr/>
              <p:nvPr/>
            </p:nvSpPr>
            <p:spPr>
              <a:xfrm>
                <a:off x="5424419" y="2884231"/>
                <a:ext cx="47283" cy="33883"/>
              </a:xfrm>
              <a:custGeom>
                <a:avLst/>
                <a:gdLst/>
                <a:ahLst/>
                <a:cxnLst/>
                <a:rect l="l" t="t" r="r" b="b"/>
                <a:pathLst>
                  <a:path w="1489" h="1067" extrusionOk="0">
                    <a:moveTo>
                      <a:pt x="1293" y="1"/>
                    </a:moveTo>
                    <a:cubicBezTo>
                      <a:pt x="1250" y="1"/>
                      <a:pt x="1208" y="19"/>
                      <a:pt x="1179" y="54"/>
                    </a:cubicBezTo>
                    <a:lnTo>
                      <a:pt x="572" y="674"/>
                    </a:lnTo>
                    <a:lnTo>
                      <a:pt x="321" y="412"/>
                    </a:lnTo>
                    <a:cubicBezTo>
                      <a:pt x="280" y="376"/>
                      <a:pt x="235" y="358"/>
                      <a:pt x="193" y="358"/>
                    </a:cubicBezTo>
                    <a:cubicBezTo>
                      <a:pt x="152" y="358"/>
                      <a:pt x="113" y="376"/>
                      <a:pt x="83" y="412"/>
                    </a:cubicBezTo>
                    <a:cubicBezTo>
                      <a:pt x="0" y="495"/>
                      <a:pt x="0" y="590"/>
                      <a:pt x="83" y="650"/>
                    </a:cubicBezTo>
                    <a:lnTo>
                      <a:pt x="452" y="1031"/>
                    </a:lnTo>
                    <a:cubicBezTo>
                      <a:pt x="476" y="1055"/>
                      <a:pt x="524" y="1067"/>
                      <a:pt x="572" y="1067"/>
                    </a:cubicBezTo>
                    <a:cubicBezTo>
                      <a:pt x="619" y="1067"/>
                      <a:pt x="655" y="1055"/>
                      <a:pt x="691" y="1031"/>
                    </a:cubicBezTo>
                    <a:lnTo>
                      <a:pt x="1417" y="293"/>
                    </a:lnTo>
                    <a:cubicBezTo>
                      <a:pt x="1488" y="221"/>
                      <a:pt x="1488" y="114"/>
                      <a:pt x="1417" y="54"/>
                    </a:cubicBezTo>
                    <a:cubicBezTo>
                      <a:pt x="1381" y="19"/>
                      <a:pt x="1336" y="1"/>
                      <a:pt x="1293" y="1"/>
                    </a:cubicBezTo>
                    <a:close/>
                  </a:path>
                </a:pathLst>
              </a:custGeom>
              <a:solidFill>
                <a:srgbClr val="2B859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67" name="Google Shape;1767;p46"/>
          <p:cNvGrpSpPr/>
          <p:nvPr/>
        </p:nvGrpSpPr>
        <p:grpSpPr>
          <a:xfrm>
            <a:off x="3463816" y="1594562"/>
            <a:ext cx="2216367" cy="2216747"/>
            <a:chOff x="3725500" y="1744325"/>
            <a:chExt cx="1751100" cy="1751400"/>
          </a:xfrm>
        </p:grpSpPr>
        <p:sp>
          <p:nvSpPr>
            <p:cNvPr id="1768" name="Google Shape;1768;p46"/>
            <p:cNvSpPr/>
            <p:nvPr/>
          </p:nvSpPr>
          <p:spPr>
            <a:xfrm>
              <a:off x="3725500" y="1744325"/>
              <a:ext cx="1751100" cy="1751400"/>
            </a:xfrm>
            <a:prstGeom prst="diamond">
              <a:avLst/>
            </a:prstGeom>
            <a:solidFill>
              <a:srgbClr val="EEEE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46"/>
            <p:cNvSpPr txBox="1"/>
            <p:nvPr/>
          </p:nvSpPr>
          <p:spPr>
            <a:xfrm>
              <a:off x="3966399" y="2129525"/>
              <a:ext cx="1269300" cy="9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dirty="0"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RESULTADOS</a:t>
              </a:r>
              <a:endParaRPr sz="2300" dirty="0">
                <a:solidFill>
                  <a:srgbClr val="000000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>
            <a:spLocks noGrp="1"/>
          </p:cNvSpPr>
          <p:nvPr>
            <p:ph type="title"/>
          </p:nvPr>
        </p:nvSpPr>
        <p:spPr>
          <a:xfrm>
            <a:off x="215153" y="301125"/>
            <a:ext cx="8713694" cy="64036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dirty="0"/>
              <a:t>CONCLUSÃO</a:t>
            </a:r>
            <a:endParaRPr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F210DD3-5CA4-9CBD-F9FE-5B3198B2CA48}"/>
              </a:ext>
            </a:extLst>
          </p:cNvPr>
          <p:cNvSpPr txBox="1"/>
          <p:nvPr/>
        </p:nvSpPr>
        <p:spPr>
          <a:xfrm>
            <a:off x="215153" y="1217209"/>
            <a:ext cx="87136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 desenvolvimento e a validação do sistema de biblioteca permitiram consolidar conceitos fundamentais de engenharia de software, com ênfase em testes automatizadas e garantia de qualidade. A utilização do </a:t>
            </a:r>
            <a:r>
              <a:rPr lang="pt-BR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pytest</a:t>
            </a:r>
            <a:r>
              <a:rPr lang="pt-B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como ferramenta principal mostrou-se adequada, proporcionando uma execução simples, rápida e eficiente dos testes, além de facilitar a identificação de possíveis falhas.</a:t>
            </a:r>
          </a:p>
        </p:txBody>
      </p:sp>
      <p:grpSp>
        <p:nvGrpSpPr>
          <p:cNvPr id="3" name="Google Shape;1268;p38">
            <a:extLst>
              <a:ext uri="{FF2B5EF4-FFF2-40B4-BE49-F238E27FC236}">
                <a16:creationId xmlns:a16="http://schemas.microsoft.com/office/drawing/2014/main" id="{2DF41765-7197-74BD-E31E-631744CE5F4A}"/>
              </a:ext>
            </a:extLst>
          </p:cNvPr>
          <p:cNvGrpSpPr/>
          <p:nvPr/>
        </p:nvGrpSpPr>
        <p:grpSpPr>
          <a:xfrm>
            <a:off x="3163319" y="2370193"/>
            <a:ext cx="2817362" cy="2679355"/>
            <a:chOff x="3177750" y="1081175"/>
            <a:chExt cx="2783951" cy="2718404"/>
          </a:xfrm>
        </p:grpSpPr>
        <p:sp>
          <p:nvSpPr>
            <p:cNvPr id="4" name="Google Shape;1269;p38">
              <a:extLst>
                <a:ext uri="{FF2B5EF4-FFF2-40B4-BE49-F238E27FC236}">
                  <a16:creationId xmlns:a16="http://schemas.microsoft.com/office/drawing/2014/main" id="{64009B61-A78D-6C26-ED58-727CDA5C3070}"/>
                </a:ext>
              </a:extLst>
            </p:cNvPr>
            <p:cNvSpPr/>
            <p:nvPr/>
          </p:nvSpPr>
          <p:spPr>
            <a:xfrm>
              <a:off x="3776526" y="1542414"/>
              <a:ext cx="1586400" cy="15864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270;p38">
              <a:extLst>
                <a:ext uri="{FF2B5EF4-FFF2-40B4-BE49-F238E27FC236}">
                  <a16:creationId xmlns:a16="http://schemas.microsoft.com/office/drawing/2014/main" id="{D9C57205-6E2B-1A96-23BF-C870EE5A4B9B}"/>
                </a:ext>
              </a:extLst>
            </p:cNvPr>
            <p:cNvSpPr/>
            <p:nvPr/>
          </p:nvSpPr>
          <p:spPr>
            <a:xfrm>
              <a:off x="3826326" y="1592214"/>
              <a:ext cx="1486800" cy="1486800"/>
            </a:xfrm>
            <a:prstGeom prst="ellipse">
              <a:avLst/>
            </a:prstGeom>
            <a:noFill/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271;p38">
              <a:extLst>
                <a:ext uri="{FF2B5EF4-FFF2-40B4-BE49-F238E27FC236}">
                  <a16:creationId xmlns:a16="http://schemas.microsoft.com/office/drawing/2014/main" id="{4328DAF7-9C1C-2C02-95AF-01603F6E14F8}"/>
                </a:ext>
              </a:extLst>
            </p:cNvPr>
            <p:cNvSpPr/>
            <p:nvPr/>
          </p:nvSpPr>
          <p:spPr>
            <a:xfrm>
              <a:off x="3946854" y="3165774"/>
              <a:ext cx="1280584" cy="321818"/>
            </a:xfrm>
            <a:custGeom>
              <a:avLst/>
              <a:gdLst/>
              <a:ahLst/>
              <a:cxnLst/>
              <a:rect l="l" t="t" r="r" b="b"/>
              <a:pathLst>
                <a:path w="46143" h="11596" extrusionOk="0">
                  <a:moveTo>
                    <a:pt x="42440" y="1"/>
                  </a:moveTo>
                  <a:lnTo>
                    <a:pt x="42440" y="1"/>
                  </a:lnTo>
                  <a:cubicBezTo>
                    <a:pt x="36794" y="3771"/>
                    <a:pt x="29941" y="6016"/>
                    <a:pt x="22686" y="6016"/>
                  </a:cubicBezTo>
                  <a:cubicBezTo>
                    <a:pt x="15918" y="6016"/>
                    <a:pt x="9635" y="4123"/>
                    <a:pt x="4256" y="839"/>
                  </a:cubicBezTo>
                  <a:lnTo>
                    <a:pt x="1" y="1258"/>
                  </a:lnTo>
                  <a:lnTo>
                    <a:pt x="621" y="5178"/>
                  </a:lnTo>
                  <a:cubicBezTo>
                    <a:pt x="6987" y="9216"/>
                    <a:pt x="14527" y="11595"/>
                    <a:pt x="22686" y="11595"/>
                  </a:cubicBezTo>
                  <a:cubicBezTo>
                    <a:pt x="31416" y="11595"/>
                    <a:pt x="39508" y="8864"/>
                    <a:pt x="46143" y="4190"/>
                  </a:cubicBezTo>
                  <a:lnTo>
                    <a:pt x="41820" y="3771"/>
                  </a:lnTo>
                  <a:lnTo>
                    <a:pt x="42440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272;p38">
              <a:extLst>
                <a:ext uri="{FF2B5EF4-FFF2-40B4-BE49-F238E27FC236}">
                  <a16:creationId xmlns:a16="http://schemas.microsoft.com/office/drawing/2014/main" id="{472E684E-6E41-8E22-AAA6-D0940CCFE106}"/>
                </a:ext>
              </a:extLst>
            </p:cNvPr>
            <p:cNvSpPr/>
            <p:nvPr/>
          </p:nvSpPr>
          <p:spPr>
            <a:xfrm>
              <a:off x="3499052" y="1212782"/>
              <a:ext cx="1071829" cy="808181"/>
            </a:xfrm>
            <a:custGeom>
              <a:avLst/>
              <a:gdLst/>
              <a:ahLst/>
              <a:cxnLst/>
              <a:rect l="l" t="t" r="r" b="b"/>
              <a:pathLst>
                <a:path w="38621" h="29121" extrusionOk="0">
                  <a:moveTo>
                    <a:pt x="35755" y="1"/>
                  </a:moveTo>
                  <a:cubicBezTo>
                    <a:pt x="19135" y="1190"/>
                    <a:pt x="5245" y="12365"/>
                    <a:pt x="1" y="27512"/>
                  </a:cubicBezTo>
                  <a:lnTo>
                    <a:pt x="3570" y="25417"/>
                  </a:lnTo>
                  <a:lnTo>
                    <a:pt x="5379" y="29120"/>
                  </a:lnTo>
                  <a:cubicBezTo>
                    <a:pt x="9920" y="16336"/>
                    <a:pt x="21514" y="6920"/>
                    <a:pt x="35470" y="5597"/>
                  </a:cubicBezTo>
                  <a:lnTo>
                    <a:pt x="38620" y="2665"/>
                  </a:lnTo>
                  <a:lnTo>
                    <a:pt x="35755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273;p38">
              <a:extLst>
                <a:ext uri="{FF2B5EF4-FFF2-40B4-BE49-F238E27FC236}">
                  <a16:creationId xmlns:a16="http://schemas.microsoft.com/office/drawing/2014/main" id="{ED54FA1E-FF35-4C1F-9DA9-67697700FDE2}"/>
                </a:ext>
              </a:extLst>
            </p:cNvPr>
            <p:cNvSpPr/>
            <p:nvPr/>
          </p:nvSpPr>
          <p:spPr>
            <a:xfrm>
              <a:off x="3435358" y="2005147"/>
              <a:ext cx="548251" cy="1255468"/>
            </a:xfrm>
            <a:custGeom>
              <a:avLst/>
              <a:gdLst/>
              <a:ahLst/>
              <a:cxnLst/>
              <a:rect l="l" t="t" r="r" b="b"/>
              <a:pathLst>
                <a:path w="19755" h="45238" extrusionOk="0">
                  <a:moveTo>
                    <a:pt x="4893" y="0"/>
                  </a:moveTo>
                  <a:lnTo>
                    <a:pt x="1324" y="2095"/>
                  </a:lnTo>
                  <a:cubicBezTo>
                    <a:pt x="486" y="5379"/>
                    <a:pt x="1" y="8797"/>
                    <a:pt x="1" y="12365"/>
                  </a:cubicBezTo>
                  <a:cubicBezTo>
                    <a:pt x="1" y="25836"/>
                    <a:pt x="6485" y="37782"/>
                    <a:pt x="16537" y="45238"/>
                  </a:cubicBezTo>
                  <a:lnTo>
                    <a:pt x="15850" y="41049"/>
                  </a:lnTo>
                  <a:lnTo>
                    <a:pt x="19754" y="40714"/>
                  </a:lnTo>
                  <a:cubicBezTo>
                    <a:pt x="11176" y="34213"/>
                    <a:pt x="5647" y="23959"/>
                    <a:pt x="5647" y="12365"/>
                  </a:cubicBezTo>
                  <a:cubicBezTo>
                    <a:pt x="5647" y="9366"/>
                    <a:pt x="5999" y="6501"/>
                    <a:pt x="6702" y="3703"/>
                  </a:cubicBezTo>
                  <a:lnTo>
                    <a:pt x="4893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74;p38">
              <a:extLst>
                <a:ext uri="{FF2B5EF4-FFF2-40B4-BE49-F238E27FC236}">
                  <a16:creationId xmlns:a16="http://schemas.microsoft.com/office/drawing/2014/main" id="{DF7B6CBE-F930-3E40-FCB7-733410E5AC2B}"/>
                </a:ext>
              </a:extLst>
            </p:cNvPr>
            <p:cNvSpPr/>
            <p:nvPr/>
          </p:nvSpPr>
          <p:spPr>
            <a:xfrm>
              <a:off x="4578329" y="1209063"/>
              <a:ext cx="1056010" cy="811899"/>
            </a:xfrm>
            <a:custGeom>
              <a:avLst/>
              <a:gdLst/>
              <a:ahLst/>
              <a:cxnLst/>
              <a:rect l="l" t="t" r="r" b="b"/>
              <a:pathLst>
                <a:path w="38051" h="29255" extrusionOk="0">
                  <a:moveTo>
                    <a:pt x="0" y="1"/>
                  </a:moveTo>
                  <a:lnTo>
                    <a:pt x="2999" y="2799"/>
                  </a:lnTo>
                  <a:lnTo>
                    <a:pt x="0" y="5580"/>
                  </a:lnTo>
                  <a:cubicBezTo>
                    <a:pt x="14527" y="5647"/>
                    <a:pt x="26959" y="14376"/>
                    <a:pt x="32404" y="26875"/>
                  </a:cubicBezTo>
                  <a:lnTo>
                    <a:pt x="36442" y="29254"/>
                  </a:lnTo>
                  <a:lnTo>
                    <a:pt x="38050" y="25903"/>
                  </a:lnTo>
                  <a:cubicBezTo>
                    <a:pt x="32052" y="10824"/>
                    <a:pt x="17241" y="68"/>
                    <a:pt x="0" y="1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75;p38">
              <a:extLst>
                <a:ext uri="{FF2B5EF4-FFF2-40B4-BE49-F238E27FC236}">
                  <a16:creationId xmlns:a16="http://schemas.microsoft.com/office/drawing/2014/main" id="{2D96CE2D-A731-5FAC-B570-385B6C4DE50E}"/>
                </a:ext>
              </a:extLst>
            </p:cNvPr>
            <p:cNvSpPr/>
            <p:nvPr/>
          </p:nvSpPr>
          <p:spPr>
            <a:xfrm>
              <a:off x="5179109" y="2009338"/>
              <a:ext cx="536622" cy="1218751"/>
            </a:xfrm>
            <a:custGeom>
              <a:avLst/>
              <a:gdLst/>
              <a:ahLst/>
              <a:cxnLst/>
              <a:rect l="l" t="t" r="r" b="b"/>
              <a:pathLst>
                <a:path w="19336" h="43915" extrusionOk="0">
                  <a:moveTo>
                    <a:pt x="17459" y="0"/>
                  </a:moveTo>
                  <a:lnTo>
                    <a:pt x="15699" y="3552"/>
                  </a:lnTo>
                  <a:lnTo>
                    <a:pt x="12013" y="1391"/>
                  </a:lnTo>
                  <a:lnTo>
                    <a:pt x="12013" y="1391"/>
                  </a:lnTo>
                  <a:cubicBezTo>
                    <a:pt x="13119" y="4809"/>
                    <a:pt x="13756" y="8445"/>
                    <a:pt x="13756" y="12214"/>
                  </a:cubicBezTo>
                  <a:cubicBezTo>
                    <a:pt x="13756" y="23306"/>
                    <a:pt x="8579" y="33225"/>
                    <a:pt x="620" y="39725"/>
                  </a:cubicBezTo>
                  <a:lnTo>
                    <a:pt x="0" y="43495"/>
                  </a:lnTo>
                  <a:lnTo>
                    <a:pt x="4390" y="43914"/>
                  </a:lnTo>
                  <a:cubicBezTo>
                    <a:pt x="13471" y="36374"/>
                    <a:pt x="19335" y="24981"/>
                    <a:pt x="19335" y="12214"/>
                  </a:cubicBezTo>
                  <a:cubicBezTo>
                    <a:pt x="19335" y="7959"/>
                    <a:pt x="18632" y="3837"/>
                    <a:pt x="17459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76;p38">
              <a:extLst>
                <a:ext uri="{FF2B5EF4-FFF2-40B4-BE49-F238E27FC236}">
                  <a16:creationId xmlns:a16="http://schemas.microsoft.com/office/drawing/2014/main" id="{EF8C868D-9104-29EB-20EA-8D047D16A5DB}"/>
                </a:ext>
              </a:extLst>
            </p:cNvPr>
            <p:cNvSpPr/>
            <p:nvPr/>
          </p:nvSpPr>
          <p:spPr>
            <a:xfrm>
              <a:off x="3586475" y="1081175"/>
              <a:ext cx="775155" cy="775155"/>
            </a:xfrm>
            <a:custGeom>
              <a:avLst/>
              <a:gdLst/>
              <a:ahLst/>
              <a:cxnLst/>
              <a:rect l="l" t="t" r="r" b="b"/>
              <a:pathLst>
                <a:path w="27931" h="27931" extrusionOk="0">
                  <a:moveTo>
                    <a:pt x="13957" y="1"/>
                  </a:moveTo>
                  <a:cubicBezTo>
                    <a:pt x="6217" y="1"/>
                    <a:pt x="1" y="6284"/>
                    <a:pt x="1" y="13958"/>
                  </a:cubicBezTo>
                  <a:cubicBezTo>
                    <a:pt x="1" y="21715"/>
                    <a:pt x="6217" y="27931"/>
                    <a:pt x="13957" y="27931"/>
                  </a:cubicBezTo>
                  <a:cubicBezTo>
                    <a:pt x="21715" y="27931"/>
                    <a:pt x="27931" y="21715"/>
                    <a:pt x="27931" y="13958"/>
                  </a:cubicBezTo>
                  <a:cubicBezTo>
                    <a:pt x="27931" y="6284"/>
                    <a:pt x="21715" y="1"/>
                    <a:pt x="13957" y="1"/>
                  </a:cubicBezTo>
                  <a:close/>
                </a:path>
              </a:pathLst>
            </a:custGeom>
            <a:solidFill>
              <a:srgbClr val="03C2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77;p38">
              <a:extLst>
                <a:ext uri="{FF2B5EF4-FFF2-40B4-BE49-F238E27FC236}">
                  <a16:creationId xmlns:a16="http://schemas.microsoft.com/office/drawing/2014/main" id="{0B9A5C32-20C0-0AEC-3CF4-5FA5C65917E7}"/>
                </a:ext>
              </a:extLst>
            </p:cNvPr>
            <p:cNvSpPr/>
            <p:nvPr/>
          </p:nvSpPr>
          <p:spPr>
            <a:xfrm>
              <a:off x="4789422" y="1081175"/>
              <a:ext cx="777014" cy="775155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3974" y="1"/>
                  </a:moveTo>
                  <a:cubicBezTo>
                    <a:pt x="6284" y="1"/>
                    <a:pt x="1" y="6284"/>
                    <a:pt x="1" y="13958"/>
                  </a:cubicBezTo>
                  <a:cubicBezTo>
                    <a:pt x="1" y="21715"/>
                    <a:pt x="6284" y="27931"/>
                    <a:pt x="13974" y="27931"/>
                  </a:cubicBezTo>
                  <a:cubicBezTo>
                    <a:pt x="21715" y="27931"/>
                    <a:pt x="27998" y="21715"/>
                    <a:pt x="27998" y="13958"/>
                  </a:cubicBezTo>
                  <a:cubicBezTo>
                    <a:pt x="27998" y="6284"/>
                    <a:pt x="21715" y="1"/>
                    <a:pt x="13974" y="1"/>
                  </a:cubicBezTo>
                  <a:close/>
                </a:path>
              </a:pathLst>
            </a:custGeom>
            <a:solidFill>
              <a:srgbClr val="2B859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78;p38">
              <a:extLst>
                <a:ext uri="{FF2B5EF4-FFF2-40B4-BE49-F238E27FC236}">
                  <a16:creationId xmlns:a16="http://schemas.microsoft.com/office/drawing/2014/main" id="{D0B58C77-6ABC-921F-D3A1-696724A26889}"/>
                </a:ext>
              </a:extLst>
            </p:cNvPr>
            <p:cNvSpPr/>
            <p:nvPr/>
          </p:nvSpPr>
          <p:spPr>
            <a:xfrm>
              <a:off x="5187018" y="2319012"/>
              <a:ext cx="774683" cy="775155"/>
            </a:xfrm>
            <a:custGeom>
              <a:avLst/>
              <a:gdLst/>
              <a:ahLst/>
              <a:cxnLst/>
              <a:rect l="l" t="t" r="r" b="b"/>
              <a:pathLst>
                <a:path w="27914" h="27931" extrusionOk="0">
                  <a:moveTo>
                    <a:pt x="13957" y="1"/>
                  </a:moveTo>
                  <a:cubicBezTo>
                    <a:pt x="6199" y="1"/>
                    <a:pt x="0" y="6217"/>
                    <a:pt x="0" y="13974"/>
                  </a:cubicBezTo>
                  <a:cubicBezTo>
                    <a:pt x="0" y="21648"/>
                    <a:pt x="6199" y="27931"/>
                    <a:pt x="13957" y="27931"/>
                  </a:cubicBezTo>
                  <a:cubicBezTo>
                    <a:pt x="21630" y="27931"/>
                    <a:pt x="27913" y="21648"/>
                    <a:pt x="27913" y="13974"/>
                  </a:cubicBezTo>
                  <a:cubicBezTo>
                    <a:pt x="27913" y="6217"/>
                    <a:pt x="21630" y="1"/>
                    <a:pt x="13957" y="1"/>
                  </a:cubicBezTo>
                  <a:close/>
                </a:path>
              </a:pathLst>
            </a:custGeom>
            <a:solidFill>
              <a:srgbClr val="4F67A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79;p38">
              <a:extLst>
                <a:ext uri="{FF2B5EF4-FFF2-40B4-BE49-F238E27FC236}">
                  <a16:creationId xmlns:a16="http://schemas.microsoft.com/office/drawing/2014/main" id="{2B16CBFD-319F-047B-6C00-347DAE0E7673}"/>
                </a:ext>
              </a:extLst>
            </p:cNvPr>
            <p:cNvSpPr/>
            <p:nvPr/>
          </p:nvSpPr>
          <p:spPr>
            <a:xfrm>
              <a:off x="3177750" y="2319012"/>
              <a:ext cx="777014" cy="775155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solidFill>
              <a:srgbClr val="9E50A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80;p38">
              <a:extLst>
                <a:ext uri="{FF2B5EF4-FFF2-40B4-BE49-F238E27FC236}">
                  <a16:creationId xmlns:a16="http://schemas.microsoft.com/office/drawing/2014/main" id="{8A590213-2EB8-15CF-AA0D-420FE987101F}"/>
                </a:ext>
              </a:extLst>
            </p:cNvPr>
            <p:cNvSpPr/>
            <p:nvPr/>
          </p:nvSpPr>
          <p:spPr>
            <a:xfrm>
              <a:off x="4187255" y="3022565"/>
              <a:ext cx="776543" cy="777014"/>
            </a:xfrm>
            <a:custGeom>
              <a:avLst/>
              <a:gdLst/>
              <a:ahLst/>
              <a:cxnLst/>
              <a:rect l="l" t="t" r="r" b="b"/>
              <a:pathLst>
                <a:path w="27981" h="27998" extrusionOk="0">
                  <a:moveTo>
                    <a:pt x="14024" y="0"/>
                  </a:moveTo>
                  <a:cubicBezTo>
                    <a:pt x="6284" y="0"/>
                    <a:pt x="1" y="6283"/>
                    <a:pt x="1" y="13957"/>
                  </a:cubicBezTo>
                  <a:cubicBezTo>
                    <a:pt x="1" y="21714"/>
                    <a:pt x="6284" y="27997"/>
                    <a:pt x="14024" y="27997"/>
                  </a:cubicBezTo>
                  <a:cubicBezTo>
                    <a:pt x="21698" y="27997"/>
                    <a:pt x="27981" y="21714"/>
                    <a:pt x="27981" y="13957"/>
                  </a:cubicBezTo>
                  <a:cubicBezTo>
                    <a:pt x="27981" y="6283"/>
                    <a:pt x="21698" y="0"/>
                    <a:pt x="14024" y="0"/>
                  </a:cubicBezTo>
                  <a:close/>
                </a:path>
              </a:pathLst>
            </a:custGeom>
            <a:solidFill>
              <a:srgbClr val="7962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" name="Google Shape;1282;p38">
              <a:extLst>
                <a:ext uri="{FF2B5EF4-FFF2-40B4-BE49-F238E27FC236}">
                  <a16:creationId xmlns:a16="http://schemas.microsoft.com/office/drawing/2014/main" id="{8ECAD69F-FC1B-4AFF-6020-C21414471ACF}"/>
                </a:ext>
              </a:extLst>
            </p:cNvPr>
            <p:cNvGrpSpPr/>
            <p:nvPr/>
          </p:nvGrpSpPr>
          <p:grpSpPr>
            <a:xfrm>
              <a:off x="4432450" y="3237854"/>
              <a:ext cx="286152" cy="346438"/>
              <a:chOff x="1836637" y="2891510"/>
              <a:chExt cx="286152" cy="346438"/>
            </a:xfrm>
          </p:grpSpPr>
          <p:sp>
            <p:nvSpPr>
              <p:cNvPr id="107" name="Google Shape;1283;p38">
                <a:extLst>
                  <a:ext uri="{FF2B5EF4-FFF2-40B4-BE49-F238E27FC236}">
                    <a16:creationId xmlns:a16="http://schemas.microsoft.com/office/drawing/2014/main" id="{466D4E6B-E315-2FBF-7F02-53831C8E0734}"/>
                  </a:ext>
                </a:extLst>
              </p:cNvPr>
              <p:cNvSpPr/>
              <p:nvPr/>
            </p:nvSpPr>
            <p:spPr>
              <a:xfrm>
                <a:off x="1836637" y="3059413"/>
                <a:ext cx="286152" cy="178534"/>
              </a:xfrm>
              <a:custGeom>
                <a:avLst/>
                <a:gdLst/>
                <a:ahLst/>
                <a:cxnLst/>
                <a:rect l="l" t="t" r="r" b="b"/>
                <a:pathLst>
                  <a:path w="8990" h="5609" extrusionOk="0">
                    <a:moveTo>
                      <a:pt x="3072" y="322"/>
                    </a:moveTo>
                    <a:cubicBezTo>
                      <a:pt x="3156" y="322"/>
                      <a:pt x="3251" y="357"/>
                      <a:pt x="3322" y="429"/>
                    </a:cubicBezTo>
                    <a:cubicBezTo>
                      <a:pt x="3382" y="488"/>
                      <a:pt x="3430" y="572"/>
                      <a:pt x="3430" y="679"/>
                    </a:cubicBezTo>
                    <a:lnTo>
                      <a:pt x="3430" y="1108"/>
                    </a:lnTo>
                    <a:cubicBezTo>
                      <a:pt x="3406" y="1286"/>
                      <a:pt x="3311" y="1453"/>
                      <a:pt x="3144" y="1560"/>
                    </a:cubicBezTo>
                    <a:cubicBezTo>
                      <a:pt x="3096" y="1584"/>
                      <a:pt x="3072" y="1631"/>
                      <a:pt x="3072" y="1691"/>
                    </a:cubicBezTo>
                    <a:lnTo>
                      <a:pt x="3072" y="1870"/>
                    </a:lnTo>
                    <a:lnTo>
                      <a:pt x="2715" y="1870"/>
                    </a:lnTo>
                    <a:lnTo>
                      <a:pt x="2715" y="1691"/>
                    </a:lnTo>
                    <a:cubicBezTo>
                      <a:pt x="2715" y="1631"/>
                      <a:pt x="2679" y="1584"/>
                      <a:pt x="2632" y="1560"/>
                    </a:cubicBezTo>
                    <a:cubicBezTo>
                      <a:pt x="2477" y="1465"/>
                      <a:pt x="2370" y="1286"/>
                      <a:pt x="2370" y="1108"/>
                    </a:cubicBezTo>
                    <a:lnTo>
                      <a:pt x="2370" y="679"/>
                    </a:lnTo>
                    <a:cubicBezTo>
                      <a:pt x="2370" y="488"/>
                      <a:pt x="2537" y="322"/>
                      <a:pt x="2727" y="322"/>
                    </a:cubicBezTo>
                    <a:close/>
                    <a:moveTo>
                      <a:pt x="6132" y="322"/>
                    </a:moveTo>
                    <a:cubicBezTo>
                      <a:pt x="6228" y="322"/>
                      <a:pt x="6311" y="357"/>
                      <a:pt x="6382" y="429"/>
                    </a:cubicBezTo>
                    <a:cubicBezTo>
                      <a:pt x="6442" y="488"/>
                      <a:pt x="6489" y="572"/>
                      <a:pt x="6489" y="679"/>
                    </a:cubicBezTo>
                    <a:lnTo>
                      <a:pt x="6489" y="1108"/>
                    </a:lnTo>
                    <a:cubicBezTo>
                      <a:pt x="6478" y="1286"/>
                      <a:pt x="6370" y="1453"/>
                      <a:pt x="6204" y="1560"/>
                    </a:cubicBezTo>
                    <a:cubicBezTo>
                      <a:pt x="6168" y="1584"/>
                      <a:pt x="6132" y="1631"/>
                      <a:pt x="6132" y="1691"/>
                    </a:cubicBezTo>
                    <a:lnTo>
                      <a:pt x="6132" y="1870"/>
                    </a:lnTo>
                    <a:lnTo>
                      <a:pt x="5775" y="1870"/>
                    </a:lnTo>
                    <a:lnTo>
                      <a:pt x="5775" y="1691"/>
                    </a:lnTo>
                    <a:cubicBezTo>
                      <a:pt x="5775" y="1631"/>
                      <a:pt x="5751" y="1584"/>
                      <a:pt x="5704" y="1560"/>
                    </a:cubicBezTo>
                    <a:cubicBezTo>
                      <a:pt x="5537" y="1465"/>
                      <a:pt x="5430" y="1286"/>
                      <a:pt x="5430" y="1108"/>
                    </a:cubicBezTo>
                    <a:lnTo>
                      <a:pt x="5430" y="679"/>
                    </a:lnTo>
                    <a:cubicBezTo>
                      <a:pt x="5430" y="488"/>
                      <a:pt x="5597" y="322"/>
                      <a:pt x="5787" y="322"/>
                    </a:cubicBezTo>
                    <a:close/>
                    <a:moveTo>
                      <a:pt x="1536" y="2024"/>
                    </a:moveTo>
                    <a:cubicBezTo>
                      <a:pt x="1620" y="2024"/>
                      <a:pt x="1715" y="2048"/>
                      <a:pt x="1787" y="2120"/>
                    </a:cubicBezTo>
                    <a:cubicBezTo>
                      <a:pt x="1846" y="2179"/>
                      <a:pt x="1894" y="2274"/>
                      <a:pt x="1894" y="2382"/>
                    </a:cubicBezTo>
                    <a:lnTo>
                      <a:pt x="1894" y="2810"/>
                    </a:lnTo>
                    <a:lnTo>
                      <a:pt x="1882" y="2810"/>
                    </a:lnTo>
                    <a:cubicBezTo>
                      <a:pt x="1882" y="2989"/>
                      <a:pt x="1775" y="3167"/>
                      <a:pt x="1608" y="3251"/>
                    </a:cubicBezTo>
                    <a:cubicBezTo>
                      <a:pt x="1560" y="3286"/>
                      <a:pt x="1536" y="3334"/>
                      <a:pt x="1536" y="3382"/>
                    </a:cubicBezTo>
                    <a:lnTo>
                      <a:pt x="1536" y="3572"/>
                    </a:lnTo>
                    <a:lnTo>
                      <a:pt x="1179" y="3572"/>
                    </a:lnTo>
                    <a:lnTo>
                      <a:pt x="1179" y="3382"/>
                    </a:lnTo>
                    <a:cubicBezTo>
                      <a:pt x="1179" y="3334"/>
                      <a:pt x="1144" y="3286"/>
                      <a:pt x="1108" y="3251"/>
                    </a:cubicBezTo>
                    <a:cubicBezTo>
                      <a:pt x="941" y="3167"/>
                      <a:pt x="834" y="2989"/>
                      <a:pt x="834" y="2810"/>
                    </a:cubicBezTo>
                    <a:lnTo>
                      <a:pt x="834" y="2382"/>
                    </a:lnTo>
                    <a:cubicBezTo>
                      <a:pt x="834" y="2179"/>
                      <a:pt x="1001" y="2024"/>
                      <a:pt x="1191" y="2024"/>
                    </a:cubicBezTo>
                    <a:close/>
                    <a:moveTo>
                      <a:pt x="4596" y="2024"/>
                    </a:moveTo>
                    <a:cubicBezTo>
                      <a:pt x="4692" y="2024"/>
                      <a:pt x="4775" y="2048"/>
                      <a:pt x="4858" y="2120"/>
                    </a:cubicBezTo>
                    <a:cubicBezTo>
                      <a:pt x="4918" y="2179"/>
                      <a:pt x="4954" y="2274"/>
                      <a:pt x="4954" y="2382"/>
                    </a:cubicBezTo>
                    <a:lnTo>
                      <a:pt x="4954" y="2810"/>
                    </a:lnTo>
                    <a:cubicBezTo>
                      <a:pt x="4942" y="3001"/>
                      <a:pt x="4835" y="3167"/>
                      <a:pt x="4680" y="3251"/>
                    </a:cubicBezTo>
                    <a:cubicBezTo>
                      <a:pt x="4632" y="3286"/>
                      <a:pt x="4596" y="3334"/>
                      <a:pt x="4596" y="3382"/>
                    </a:cubicBezTo>
                    <a:lnTo>
                      <a:pt x="4596" y="3572"/>
                    </a:lnTo>
                    <a:lnTo>
                      <a:pt x="4239" y="3572"/>
                    </a:lnTo>
                    <a:lnTo>
                      <a:pt x="4239" y="3382"/>
                    </a:lnTo>
                    <a:cubicBezTo>
                      <a:pt x="4239" y="3334"/>
                      <a:pt x="4215" y="3286"/>
                      <a:pt x="4168" y="3251"/>
                    </a:cubicBezTo>
                    <a:cubicBezTo>
                      <a:pt x="4001" y="3167"/>
                      <a:pt x="3906" y="2989"/>
                      <a:pt x="3906" y="2810"/>
                    </a:cubicBezTo>
                    <a:lnTo>
                      <a:pt x="3906" y="2382"/>
                    </a:lnTo>
                    <a:cubicBezTo>
                      <a:pt x="3906" y="2179"/>
                      <a:pt x="4061" y="2024"/>
                      <a:pt x="4263" y="2024"/>
                    </a:cubicBezTo>
                    <a:close/>
                    <a:moveTo>
                      <a:pt x="7668" y="2024"/>
                    </a:moveTo>
                    <a:cubicBezTo>
                      <a:pt x="7752" y="2024"/>
                      <a:pt x="7847" y="2048"/>
                      <a:pt x="7918" y="2120"/>
                    </a:cubicBezTo>
                    <a:cubicBezTo>
                      <a:pt x="7978" y="2179"/>
                      <a:pt x="8025" y="2274"/>
                      <a:pt x="8025" y="2382"/>
                    </a:cubicBezTo>
                    <a:lnTo>
                      <a:pt x="8025" y="2810"/>
                    </a:lnTo>
                    <a:cubicBezTo>
                      <a:pt x="8013" y="3001"/>
                      <a:pt x="7906" y="3167"/>
                      <a:pt x="7740" y="3251"/>
                    </a:cubicBezTo>
                    <a:cubicBezTo>
                      <a:pt x="7692" y="3286"/>
                      <a:pt x="7668" y="3334"/>
                      <a:pt x="7668" y="3382"/>
                    </a:cubicBezTo>
                    <a:lnTo>
                      <a:pt x="7668" y="3572"/>
                    </a:lnTo>
                    <a:lnTo>
                      <a:pt x="7311" y="3572"/>
                    </a:lnTo>
                    <a:lnTo>
                      <a:pt x="7311" y="3382"/>
                    </a:lnTo>
                    <a:cubicBezTo>
                      <a:pt x="7311" y="3334"/>
                      <a:pt x="7275" y="3286"/>
                      <a:pt x="7240" y="3251"/>
                    </a:cubicBezTo>
                    <a:cubicBezTo>
                      <a:pt x="7073" y="3167"/>
                      <a:pt x="6966" y="2989"/>
                      <a:pt x="6966" y="2810"/>
                    </a:cubicBezTo>
                    <a:lnTo>
                      <a:pt x="6966" y="2382"/>
                    </a:lnTo>
                    <a:cubicBezTo>
                      <a:pt x="6966" y="2179"/>
                      <a:pt x="7132" y="2024"/>
                      <a:pt x="7323" y="2024"/>
                    </a:cubicBezTo>
                    <a:close/>
                    <a:moveTo>
                      <a:pt x="2715" y="0"/>
                    </a:moveTo>
                    <a:cubicBezTo>
                      <a:pt x="2334" y="0"/>
                      <a:pt x="2037" y="298"/>
                      <a:pt x="2037" y="667"/>
                    </a:cubicBezTo>
                    <a:lnTo>
                      <a:pt x="2037" y="1096"/>
                    </a:lnTo>
                    <a:cubicBezTo>
                      <a:pt x="2037" y="1370"/>
                      <a:pt x="2179" y="1620"/>
                      <a:pt x="2382" y="1762"/>
                    </a:cubicBezTo>
                    <a:lnTo>
                      <a:pt x="2382" y="1917"/>
                    </a:lnTo>
                    <a:lnTo>
                      <a:pt x="2096" y="2036"/>
                    </a:lnTo>
                    <a:cubicBezTo>
                      <a:pt x="2072" y="1989"/>
                      <a:pt x="2037" y="1941"/>
                      <a:pt x="2001" y="1905"/>
                    </a:cubicBezTo>
                    <a:cubicBezTo>
                      <a:pt x="1858" y="1786"/>
                      <a:pt x="1703" y="1703"/>
                      <a:pt x="1525" y="1703"/>
                    </a:cubicBezTo>
                    <a:lnTo>
                      <a:pt x="1179" y="1703"/>
                    </a:lnTo>
                    <a:cubicBezTo>
                      <a:pt x="810" y="1703"/>
                      <a:pt x="513" y="2001"/>
                      <a:pt x="513" y="2382"/>
                    </a:cubicBezTo>
                    <a:lnTo>
                      <a:pt x="513" y="2810"/>
                    </a:lnTo>
                    <a:cubicBezTo>
                      <a:pt x="513" y="3072"/>
                      <a:pt x="644" y="3334"/>
                      <a:pt x="846" y="3477"/>
                    </a:cubicBezTo>
                    <a:lnTo>
                      <a:pt x="846" y="3632"/>
                    </a:lnTo>
                    <a:lnTo>
                      <a:pt x="417" y="3810"/>
                    </a:lnTo>
                    <a:cubicBezTo>
                      <a:pt x="167" y="3906"/>
                      <a:pt x="1" y="4144"/>
                      <a:pt x="1" y="4429"/>
                    </a:cubicBezTo>
                    <a:lnTo>
                      <a:pt x="1" y="5441"/>
                    </a:lnTo>
                    <a:cubicBezTo>
                      <a:pt x="1" y="5537"/>
                      <a:pt x="72" y="5608"/>
                      <a:pt x="167" y="5608"/>
                    </a:cubicBezTo>
                    <a:cubicBezTo>
                      <a:pt x="251" y="5608"/>
                      <a:pt x="334" y="5537"/>
                      <a:pt x="334" y="5441"/>
                    </a:cubicBezTo>
                    <a:lnTo>
                      <a:pt x="334" y="4429"/>
                    </a:lnTo>
                    <a:cubicBezTo>
                      <a:pt x="334" y="4287"/>
                      <a:pt x="417" y="4167"/>
                      <a:pt x="548" y="4108"/>
                    </a:cubicBezTo>
                    <a:lnTo>
                      <a:pt x="1060" y="3906"/>
                    </a:lnTo>
                    <a:lnTo>
                      <a:pt x="1679" y="3906"/>
                    </a:lnTo>
                    <a:lnTo>
                      <a:pt x="2191" y="4108"/>
                    </a:lnTo>
                    <a:cubicBezTo>
                      <a:pt x="2322" y="4167"/>
                      <a:pt x="2418" y="4287"/>
                      <a:pt x="2418" y="4429"/>
                    </a:cubicBezTo>
                    <a:lnTo>
                      <a:pt x="2418" y="5441"/>
                    </a:lnTo>
                    <a:cubicBezTo>
                      <a:pt x="2418" y="5537"/>
                      <a:pt x="2489" y="5608"/>
                      <a:pt x="2572" y="5608"/>
                    </a:cubicBezTo>
                    <a:cubicBezTo>
                      <a:pt x="2668" y="5608"/>
                      <a:pt x="2739" y="5537"/>
                      <a:pt x="2739" y="5441"/>
                    </a:cubicBezTo>
                    <a:lnTo>
                      <a:pt x="2739" y="4429"/>
                    </a:lnTo>
                    <a:cubicBezTo>
                      <a:pt x="2739" y="4144"/>
                      <a:pt x="2572" y="3906"/>
                      <a:pt x="2322" y="3810"/>
                    </a:cubicBezTo>
                    <a:lnTo>
                      <a:pt x="1894" y="3632"/>
                    </a:lnTo>
                    <a:lnTo>
                      <a:pt x="1894" y="3477"/>
                    </a:lnTo>
                    <a:cubicBezTo>
                      <a:pt x="2096" y="3310"/>
                      <a:pt x="2239" y="3072"/>
                      <a:pt x="2239" y="2810"/>
                    </a:cubicBezTo>
                    <a:lnTo>
                      <a:pt x="2239" y="2382"/>
                    </a:lnTo>
                    <a:lnTo>
                      <a:pt x="2239" y="2346"/>
                    </a:lnTo>
                    <a:lnTo>
                      <a:pt x="2620" y="2191"/>
                    </a:lnTo>
                    <a:lnTo>
                      <a:pt x="3251" y="2191"/>
                    </a:lnTo>
                    <a:lnTo>
                      <a:pt x="3632" y="2346"/>
                    </a:lnTo>
                    <a:lnTo>
                      <a:pt x="3632" y="2382"/>
                    </a:lnTo>
                    <a:lnTo>
                      <a:pt x="3632" y="2810"/>
                    </a:lnTo>
                    <a:cubicBezTo>
                      <a:pt x="3632" y="3072"/>
                      <a:pt x="3763" y="3334"/>
                      <a:pt x="3977" y="3477"/>
                    </a:cubicBezTo>
                    <a:lnTo>
                      <a:pt x="3977" y="3632"/>
                    </a:lnTo>
                    <a:lnTo>
                      <a:pt x="3549" y="3810"/>
                    </a:lnTo>
                    <a:cubicBezTo>
                      <a:pt x="3287" y="3906"/>
                      <a:pt x="3132" y="4144"/>
                      <a:pt x="3132" y="4429"/>
                    </a:cubicBezTo>
                    <a:lnTo>
                      <a:pt x="3132" y="5441"/>
                    </a:lnTo>
                    <a:cubicBezTo>
                      <a:pt x="3132" y="5537"/>
                      <a:pt x="3203" y="5608"/>
                      <a:pt x="3287" y="5608"/>
                    </a:cubicBezTo>
                    <a:cubicBezTo>
                      <a:pt x="3382" y="5608"/>
                      <a:pt x="3453" y="5537"/>
                      <a:pt x="3453" y="5441"/>
                    </a:cubicBezTo>
                    <a:lnTo>
                      <a:pt x="3453" y="4429"/>
                    </a:lnTo>
                    <a:cubicBezTo>
                      <a:pt x="3453" y="4287"/>
                      <a:pt x="3549" y="4167"/>
                      <a:pt x="3680" y="4108"/>
                    </a:cubicBezTo>
                    <a:lnTo>
                      <a:pt x="4180" y="3906"/>
                    </a:lnTo>
                    <a:lnTo>
                      <a:pt x="4811" y="3906"/>
                    </a:lnTo>
                    <a:lnTo>
                      <a:pt x="5311" y="4108"/>
                    </a:lnTo>
                    <a:cubicBezTo>
                      <a:pt x="5454" y="4167"/>
                      <a:pt x="5537" y="4287"/>
                      <a:pt x="5537" y="4429"/>
                    </a:cubicBezTo>
                    <a:lnTo>
                      <a:pt x="5537" y="5441"/>
                    </a:lnTo>
                    <a:cubicBezTo>
                      <a:pt x="5537" y="5537"/>
                      <a:pt x="5608" y="5608"/>
                      <a:pt x="5704" y="5608"/>
                    </a:cubicBezTo>
                    <a:cubicBezTo>
                      <a:pt x="5787" y="5608"/>
                      <a:pt x="5870" y="5537"/>
                      <a:pt x="5870" y="5441"/>
                    </a:cubicBezTo>
                    <a:lnTo>
                      <a:pt x="5870" y="4429"/>
                    </a:lnTo>
                    <a:cubicBezTo>
                      <a:pt x="5870" y="4144"/>
                      <a:pt x="5704" y="3906"/>
                      <a:pt x="5454" y="3810"/>
                    </a:cubicBezTo>
                    <a:lnTo>
                      <a:pt x="5013" y="3632"/>
                    </a:lnTo>
                    <a:lnTo>
                      <a:pt x="5013" y="3477"/>
                    </a:lnTo>
                    <a:cubicBezTo>
                      <a:pt x="5227" y="3310"/>
                      <a:pt x="5358" y="3072"/>
                      <a:pt x="5358" y="2810"/>
                    </a:cubicBezTo>
                    <a:lnTo>
                      <a:pt x="5358" y="2382"/>
                    </a:lnTo>
                    <a:lnTo>
                      <a:pt x="5358" y="2346"/>
                    </a:lnTo>
                    <a:lnTo>
                      <a:pt x="5751" y="2191"/>
                    </a:lnTo>
                    <a:lnTo>
                      <a:pt x="6370" y="2191"/>
                    </a:lnTo>
                    <a:lnTo>
                      <a:pt x="6763" y="2346"/>
                    </a:lnTo>
                    <a:lnTo>
                      <a:pt x="6763" y="2382"/>
                    </a:lnTo>
                    <a:lnTo>
                      <a:pt x="6763" y="2810"/>
                    </a:lnTo>
                    <a:cubicBezTo>
                      <a:pt x="6763" y="3072"/>
                      <a:pt x="6894" y="3334"/>
                      <a:pt x="7097" y="3477"/>
                    </a:cubicBezTo>
                    <a:lnTo>
                      <a:pt x="7097" y="3632"/>
                    </a:lnTo>
                    <a:lnTo>
                      <a:pt x="6668" y="3810"/>
                    </a:lnTo>
                    <a:cubicBezTo>
                      <a:pt x="6418" y="3906"/>
                      <a:pt x="6251" y="4144"/>
                      <a:pt x="6251" y="4429"/>
                    </a:cubicBezTo>
                    <a:lnTo>
                      <a:pt x="6251" y="5441"/>
                    </a:lnTo>
                    <a:cubicBezTo>
                      <a:pt x="6251" y="5537"/>
                      <a:pt x="6323" y="5608"/>
                      <a:pt x="6418" y="5608"/>
                    </a:cubicBezTo>
                    <a:cubicBezTo>
                      <a:pt x="6501" y="5608"/>
                      <a:pt x="6585" y="5537"/>
                      <a:pt x="6585" y="5441"/>
                    </a:cubicBezTo>
                    <a:lnTo>
                      <a:pt x="6585" y="4429"/>
                    </a:lnTo>
                    <a:cubicBezTo>
                      <a:pt x="6585" y="4287"/>
                      <a:pt x="6668" y="4167"/>
                      <a:pt x="6799" y="4108"/>
                    </a:cubicBezTo>
                    <a:lnTo>
                      <a:pt x="7311" y="3906"/>
                    </a:lnTo>
                    <a:lnTo>
                      <a:pt x="7930" y="3906"/>
                    </a:lnTo>
                    <a:lnTo>
                      <a:pt x="8442" y="4108"/>
                    </a:lnTo>
                    <a:cubicBezTo>
                      <a:pt x="8573" y="4167"/>
                      <a:pt x="8668" y="4287"/>
                      <a:pt x="8668" y="4429"/>
                    </a:cubicBezTo>
                    <a:lnTo>
                      <a:pt x="8668" y="5441"/>
                    </a:lnTo>
                    <a:cubicBezTo>
                      <a:pt x="8668" y="5537"/>
                      <a:pt x="8740" y="5608"/>
                      <a:pt x="8823" y="5608"/>
                    </a:cubicBezTo>
                    <a:cubicBezTo>
                      <a:pt x="8918" y="5608"/>
                      <a:pt x="8990" y="5537"/>
                      <a:pt x="8990" y="5441"/>
                    </a:cubicBezTo>
                    <a:lnTo>
                      <a:pt x="8990" y="4429"/>
                    </a:lnTo>
                    <a:cubicBezTo>
                      <a:pt x="8823" y="4144"/>
                      <a:pt x="8668" y="3906"/>
                      <a:pt x="8406" y="3810"/>
                    </a:cubicBezTo>
                    <a:lnTo>
                      <a:pt x="7978" y="3632"/>
                    </a:lnTo>
                    <a:lnTo>
                      <a:pt x="7978" y="3477"/>
                    </a:lnTo>
                    <a:cubicBezTo>
                      <a:pt x="8192" y="3310"/>
                      <a:pt x="8323" y="3072"/>
                      <a:pt x="8323" y="2810"/>
                    </a:cubicBezTo>
                    <a:lnTo>
                      <a:pt x="8323" y="2382"/>
                    </a:lnTo>
                    <a:cubicBezTo>
                      <a:pt x="8323" y="2191"/>
                      <a:pt x="8252" y="2036"/>
                      <a:pt x="8133" y="1893"/>
                    </a:cubicBezTo>
                    <a:cubicBezTo>
                      <a:pt x="7990" y="1786"/>
                      <a:pt x="7835" y="1703"/>
                      <a:pt x="7656" y="1703"/>
                    </a:cubicBezTo>
                    <a:lnTo>
                      <a:pt x="7311" y="1703"/>
                    </a:lnTo>
                    <a:cubicBezTo>
                      <a:pt x="7073" y="1703"/>
                      <a:pt x="6847" y="1846"/>
                      <a:pt x="6728" y="2036"/>
                    </a:cubicBezTo>
                    <a:lnTo>
                      <a:pt x="6442" y="1917"/>
                    </a:lnTo>
                    <a:lnTo>
                      <a:pt x="6442" y="1762"/>
                    </a:lnTo>
                    <a:cubicBezTo>
                      <a:pt x="6656" y="1608"/>
                      <a:pt x="6787" y="1370"/>
                      <a:pt x="6787" y="1096"/>
                    </a:cubicBezTo>
                    <a:lnTo>
                      <a:pt x="6787" y="667"/>
                    </a:lnTo>
                    <a:cubicBezTo>
                      <a:pt x="6787" y="488"/>
                      <a:pt x="6716" y="322"/>
                      <a:pt x="6597" y="191"/>
                    </a:cubicBezTo>
                    <a:cubicBezTo>
                      <a:pt x="6466" y="72"/>
                      <a:pt x="6299" y="0"/>
                      <a:pt x="6120" y="0"/>
                    </a:cubicBezTo>
                    <a:lnTo>
                      <a:pt x="5775" y="0"/>
                    </a:lnTo>
                    <a:cubicBezTo>
                      <a:pt x="5406" y="0"/>
                      <a:pt x="5108" y="298"/>
                      <a:pt x="5108" y="667"/>
                    </a:cubicBezTo>
                    <a:lnTo>
                      <a:pt x="5108" y="1096"/>
                    </a:lnTo>
                    <a:cubicBezTo>
                      <a:pt x="5108" y="1370"/>
                      <a:pt x="5239" y="1620"/>
                      <a:pt x="5454" y="1762"/>
                    </a:cubicBezTo>
                    <a:lnTo>
                      <a:pt x="5454" y="1917"/>
                    </a:lnTo>
                    <a:lnTo>
                      <a:pt x="5168" y="2036"/>
                    </a:lnTo>
                    <a:cubicBezTo>
                      <a:pt x="5132" y="1989"/>
                      <a:pt x="5108" y="1941"/>
                      <a:pt x="5061" y="1905"/>
                    </a:cubicBezTo>
                    <a:cubicBezTo>
                      <a:pt x="4930" y="1786"/>
                      <a:pt x="4763" y="1703"/>
                      <a:pt x="4584" y="1703"/>
                    </a:cubicBezTo>
                    <a:lnTo>
                      <a:pt x="4239" y="1703"/>
                    </a:lnTo>
                    <a:cubicBezTo>
                      <a:pt x="4001" y="1703"/>
                      <a:pt x="3787" y="1846"/>
                      <a:pt x="3668" y="2036"/>
                    </a:cubicBezTo>
                    <a:lnTo>
                      <a:pt x="3382" y="1917"/>
                    </a:lnTo>
                    <a:lnTo>
                      <a:pt x="3382" y="1762"/>
                    </a:lnTo>
                    <a:cubicBezTo>
                      <a:pt x="3584" y="1608"/>
                      <a:pt x="3727" y="1370"/>
                      <a:pt x="3727" y="1096"/>
                    </a:cubicBezTo>
                    <a:lnTo>
                      <a:pt x="3727" y="667"/>
                    </a:lnTo>
                    <a:cubicBezTo>
                      <a:pt x="3727" y="488"/>
                      <a:pt x="3644" y="322"/>
                      <a:pt x="3525" y="191"/>
                    </a:cubicBezTo>
                    <a:cubicBezTo>
                      <a:pt x="3394" y="72"/>
                      <a:pt x="3227" y="0"/>
                      <a:pt x="30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284;p38">
                <a:extLst>
                  <a:ext uri="{FF2B5EF4-FFF2-40B4-BE49-F238E27FC236}">
                    <a16:creationId xmlns:a16="http://schemas.microsoft.com/office/drawing/2014/main" id="{FF7F4DB0-8C4E-1E2B-E370-5C50BAE268ED}"/>
                  </a:ext>
                </a:extLst>
              </p:cNvPr>
              <p:cNvSpPr/>
              <p:nvPr/>
            </p:nvSpPr>
            <p:spPr>
              <a:xfrm>
                <a:off x="1917740" y="2891510"/>
                <a:ext cx="119394" cy="161474"/>
              </a:xfrm>
              <a:custGeom>
                <a:avLst/>
                <a:gdLst/>
                <a:ahLst/>
                <a:cxnLst/>
                <a:rect l="l" t="t" r="r" b="b"/>
                <a:pathLst>
                  <a:path w="3751" h="5073" extrusionOk="0">
                    <a:moveTo>
                      <a:pt x="2036" y="310"/>
                    </a:moveTo>
                    <a:cubicBezTo>
                      <a:pt x="2227" y="310"/>
                      <a:pt x="2394" y="477"/>
                      <a:pt x="2394" y="668"/>
                    </a:cubicBezTo>
                    <a:lnTo>
                      <a:pt x="2394" y="1013"/>
                    </a:lnTo>
                    <a:cubicBezTo>
                      <a:pt x="2394" y="1299"/>
                      <a:pt x="2156" y="1537"/>
                      <a:pt x="1870" y="1537"/>
                    </a:cubicBezTo>
                    <a:cubicBezTo>
                      <a:pt x="1596" y="1537"/>
                      <a:pt x="1334" y="1299"/>
                      <a:pt x="1334" y="1013"/>
                    </a:cubicBezTo>
                    <a:lnTo>
                      <a:pt x="1334" y="668"/>
                    </a:lnTo>
                    <a:cubicBezTo>
                      <a:pt x="1334" y="477"/>
                      <a:pt x="1501" y="310"/>
                      <a:pt x="1691" y="310"/>
                    </a:cubicBezTo>
                    <a:close/>
                    <a:moveTo>
                      <a:pt x="2036" y="1834"/>
                    </a:moveTo>
                    <a:lnTo>
                      <a:pt x="2036" y="1918"/>
                    </a:lnTo>
                    <a:cubicBezTo>
                      <a:pt x="2048" y="1977"/>
                      <a:pt x="2072" y="2037"/>
                      <a:pt x="2096" y="2084"/>
                    </a:cubicBezTo>
                    <a:lnTo>
                      <a:pt x="1870" y="2311"/>
                    </a:lnTo>
                    <a:lnTo>
                      <a:pt x="1858" y="2311"/>
                    </a:lnTo>
                    <a:lnTo>
                      <a:pt x="1632" y="2084"/>
                    </a:lnTo>
                    <a:cubicBezTo>
                      <a:pt x="1667" y="2037"/>
                      <a:pt x="1679" y="1977"/>
                      <a:pt x="1679" y="1918"/>
                    </a:cubicBezTo>
                    <a:lnTo>
                      <a:pt x="1679" y="1834"/>
                    </a:lnTo>
                    <a:cubicBezTo>
                      <a:pt x="1739" y="1846"/>
                      <a:pt x="1798" y="1846"/>
                      <a:pt x="1858" y="1846"/>
                    </a:cubicBezTo>
                    <a:cubicBezTo>
                      <a:pt x="1917" y="1846"/>
                      <a:pt x="1977" y="1846"/>
                      <a:pt x="2036" y="1834"/>
                    </a:cubicBezTo>
                    <a:close/>
                    <a:moveTo>
                      <a:pt x="2382" y="2275"/>
                    </a:moveTo>
                    <a:lnTo>
                      <a:pt x="2668" y="2406"/>
                    </a:lnTo>
                    <a:cubicBezTo>
                      <a:pt x="2715" y="2442"/>
                      <a:pt x="2763" y="2501"/>
                      <a:pt x="2763" y="2573"/>
                    </a:cubicBezTo>
                    <a:lnTo>
                      <a:pt x="2763" y="2894"/>
                    </a:lnTo>
                    <a:lnTo>
                      <a:pt x="1036" y="2894"/>
                    </a:lnTo>
                    <a:lnTo>
                      <a:pt x="1036" y="2573"/>
                    </a:lnTo>
                    <a:lnTo>
                      <a:pt x="1013" y="2573"/>
                    </a:lnTo>
                    <a:cubicBezTo>
                      <a:pt x="1013" y="2501"/>
                      <a:pt x="1060" y="2442"/>
                      <a:pt x="1120" y="2406"/>
                    </a:cubicBezTo>
                    <a:lnTo>
                      <a:pt x="1394" y="2275"/>
                    </a:lnTo>
                    <a:lnTo>
                      <a:pt x="1655" y="2537"/>
                    </a:lnTo>
                    <a:cubicBezTo>
                      <a:pt x="1703" y="2596"/>
                      <a:pt x="1798" y="2620"/>
                      <a:pt x="1894" y="2620"/>
                    </a:cubicBezTo>
                    <a:cubicBezTo>
                      <a:pt x="1977" y="2620"/>
                      <a:pt x="2048" y="2596"/>
                      <a:pt x="2132" y="2537"/>
                    </a:cubicBezTo>
                    <a:lnTo>
                      <a:pt x="2382" y="2275"/>
                    </a:lnTo>
                    <a:close/>
                    <a:moveTo>
                      <a:pt x="3299" y="3216"/>
                    </a:moveTo>
                    <a:lnTo>
                      <a:pt x="3120" y="3573"/>
                    </a:lnTo>
                    <a:lnTo>
                      <a:pt x="596" y="3573"/>
                    </a:lnTo>
                    <a:lnTo>
                      <a:pt x="417" y="3216"/>
                    </a:lnTo>
                    <a:close/>
                    <a:moveTo>
                      <a:pt x="1691" y="1"/>
                    </a:moveTo>
                    <a:cubicBezTo>
                      <a:pt x="1322" y="1"/>
                      <a:pt x="1024" y="298"/>
                      <a:pt x="1024" y="668"/>
                    </a:cubicBezTo>
                    <a:lnTo>
                      <a:pt x="1024" y="1013"/>
                    </a:lnTo>
                    <a:cubicBezTo>
                      <a:pt x="1024" y="1299"/>
                      <a:pt x="1155" y="1537"/>
                      <a:pt x="1370" y="1680"/>
                    </a:cubicBezTo>
                    <a:lnTo>
                      <a:pt x="1370" y="1918"/>
                    </a:lnTo>
                    <a:lnTo>
                      <a:pt x="1370" y="1942"/>
                    </a:lnTo>
                    <a:lnTo>
                      <a:pt x="965" y="2132"/>
                    </a:lnTo>
                    <a:cubicBezTo>
                      <a:pt x="798" y="2215"/>
                      <a:pt x="679" y="2382"/>
                      <a:pt x="679" y="2573"/>
                    </a:cubicBezTo>
                    <a:lnTo>
                      <a:pt x="679" y="2894"/>
                    </a:lnTo>
                    <a:lnTo>
                      <a:pt x="167" y="2894"/>
                    </a:lnTo>
                    <a:cubicBezTo>
                      <a:pt x="108" y="2894"/>
                      <a:pt x="60" y="2918"/>
                      <a:pt x="24" y="2965"/>
                    </a:cubicBezTo>
                    <a:cubicBezTo>
                      <a:pt x="1" y="3001"/>
                      <a:pt x="1" y="3073"/>
                      <a:pt x="24" y="3108"/>
                    </a:cubicBezTo>
                    <a:lnTo>
                      <a:pt x="370" y="3799"/>
                    </a:lnTo>
                    <a:cubicBezTo>
                      <a:pt x="405" y="3858"/>
                      <a:pt x="465" y="3882"/>
                      <a:pt x="524" y="3882"/>
                    </a:cubicBezTo>
                    <a:lnTo>
                      <a:pt x="703" y="3882"/>
                    </a:lnTo>
                    <a:lnTo>
                      <a:pt x="703" y="4918"/>
                    </a:lnTo>
                    <a:cubicBezTo>
                      <a:pt x="703" y="5001"/>
                      <a:pt x="774" y="5073"/>
                      <a:pt x="858" y="5073"/>
                    </a:cubicBezTo>
                    <a:cubicBezTo>
                      <a:pt x="953" y="5073"/>
                      <a:pt x="1024" y="5001"/>
                      <a:pt x="1024" y="4918"/>
                    </a:cubicBezTo>
                    <a:lnTo>
                      <a:pt x="1024" y="3882"/>
                    </a:lnTo>
                    <a:lnTo>
                      <a:pt x="2751" y="3882"/>
                    </a:lnTo>
                    <a:lnTo>
                      <a:pt x="2751" y="4918"/>
                    </a:lnTo>
                    <a:cubicBezTo>
                      <a:pt x="2751" y="5001"/>
                      <a:pt x="2822" y="5073"/>
                      <a:pt x="2918" y="5073"/>
                    </a:cubicBezTo>
                    <a:cubicBezTo>
                      <a:pt x="3001" y="5073"/>
                      <a:pt x="3084" y="5001"/>
                      <a:pt x="3084" y="4918"/>
                    </a:cubicBezTo>
                    <a:lnTo>
                      <a:pt x="3084" y="3882"/>
                    </a:lnTo>
                    <a:lnTo>
                      <a:pt x="3263" y="3882"/>
                    </a:lnTo>
                    <a:cubicBezTo>
                      <a:pt x="3322" y="3882"/>
                      <a:pt x="3382" y="3858"/>
                      <a:pt x="3406" y="3799"/>
                    </a:cubicBezTo>
                    <a:lnTo>
                      <a:pt x="3751" y="3108"/>
                    </a:lnTo>
                    <a:cubicBezTo>
                      <a:pt x="3739" y="3073"/>
                      <a:pt x="3739" y="3001"/>
                      <a:pt x="3703" y="2965"/>
                    </a:cubicBezTo>
                    <a:cubicBezTo>
                      <a:pt x="3680" y="2918"/>
                      <a:pt x="3632" y="2894"/>
                      <a:pt x="3572" y="2894"/>
                    </a:cubicBezTo>
                    <a:lnTo>
                      <a:pt x="3049" y="2894"/>
                    </a:lnTo>
                    <a:lnTo>
                      <a:pt x="3049" y="2573"/>
                    </a:lnTo>
                    <a:cubicBezTo>
                      <a:pt x="3049" y="2382"/>
                      <a:pt x="2941" y="2215"/>
                      <a:pt x="2763" y="2132"/>
                    </a:cubicBezTo>
                    <a:lnTo>
                      <a:pt x="2370" y="1942"/>
                    </a:lnTo>
                    <a:lnTo>
                      <a:pt x="2370" y="1918"/>
                    </a:lnTo>
                    <a:lnTo>
                      <a:pt x="2370" y="1680"/>
                    </a:lnTo>
                    <a:cubicBezTo>
                      <a:pt x="2572" y="1537"/>
                      <a:pt x="2703" y="1275"/>
                      <a:pt x="2703" y="1013"/>
                    </a:cubicBezTo>
                    <a:lnTo>
                      <a:pt x="2703" y="668"/>
                    </a:lnTo>
                    <a:cubicBezTo>
                      <a:pt x="2703" y="298"/>
                      <a:pt x="2406" y="1"/>
                      <a:pt x="203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285;p38">
                <a:extLst>
                  <a:ext uri="{FF2B5EF4-FFF2-40B4-BE49-F238E27FC236}">
                    <a16:creationId xmlns:a16="http://schemas.microsoft.com/office/drawing/2014/main" id="{A74620BE-9512-14AE-80E3-CCF372A4629E}"/>
                  </a:ext>
                </a:extLst>
              </p:cNvPr>
              <p:cNvSpPr/>
              <p:nvPr/>
            </p:nvSpPr>
            <p:spPr>
              <a:xfrm>
                <a:off x="1960933" y="3027201"/>
                <a:ext cx="32244" cy="10249"/>
              </a:xfrm>
              <a:custGeom>
                <a:avLst/>
                <a:gdLst/>
                <a:ahLst/>
                <a:cxnLst/>
                <a:rect l="l" t="t" r="r" b="b"/>
                <a:pathLst>
                  <a:path w="1013" h="322" extrusionOk="0">
                    <a:moveTo>
                      <a:pt x="156" y="0"/>
                    </a:moveTo>
                    <a:cubicBezTo>
                      <a:pt x="72" y="0"/>
                      <a:pt x="1" y="72"/>
                      <a:pt x="1" y="155"/>
                    </a:cubicBezTo>
                    <a:cubicBezTo>
                      <a:pt x="1" y="250"/>
                      <a:pt x="72" y="322"/>
                      <a:pt x="156" y="322"/>
                    </a:cubicBezTo>
                    <a:lnTo>
                      <a:pt x="846" y="322"/>
                    </a:lnTo>
                    <a:cubicBezTo>
                      <a:pt x="930" y="322"/>
                      <a:pt x="1013" y="250"/>
                      <a:pt x="1013" y="155"/>
                    </a:cubicBezTo>
                    <a:cubicBezTo>
                      <a:pt x="1013" y="72"/>
                      <a:pt x="930" y="0"/>
                      <a:pt x="8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286;p38">
              <a:extLst>
                <a:ext uri="{FF2B5EF4-FFF2-40B4-BE49-F238E27FC236}">
                  <a16:creationId xmlns:a16="http://schemas.microsoft.com/office/drawing/2014/main" id="{7ED86482-63CC-B0B9-9B72-305459A18BAC}"/>
                </a:ext>
              </a:extLst>
            </p:cNvPr>
            <p:cNvGrpSpPr/>
            <p:nvPr/>
          </p:nvGrpSpPr>
          <p:grpSpPr>
            <a:xfrm>
              <a:off x="3800086" y="1313740"/>
              <a:ext cx="347934" cy="310024"/>
              <a:chOff x="1327676" y="2910480"/>
              <a:chExt cx="347934" cy="310024"/>
            </a:xfrm>
          </p:grpSpPr>
          <p:sp>
            <p:nvSpPr>
              <p:cNvPr id="102" name="Google Shape;1287;p38">
                <a:extLst>
                  <a:ext uri="{FF2B5EF4-FFF2-40B4-BE49-F238E27FC236}">
                    <a16:creationId xmlns:a16="http://schemas.microsoft.com/office/drawing/2014/main" id="{2AD87BC0-F56F-B445-0E09-E90F912300A7}"/>
                  </a:ext>
                </a:extLst>
              </p:cNvPr>
              <p:cNvSpPr/>
              <p:nvPr/>
            </p:nvSpPr>
            <p:spPr>
              <a:xfrm>
                <a:off x="1367081" y="3067370"/>
                <a:ext cx="43257" cy="15565"/>
              </a:xfrm>
              <a:custGeom>
                <a:avLst/>
                <a:gdLst/>
                <a:ahLst/>
                <a:cxnLst/>
                <a:rect l="l" t="t" r="r" b="b"/>
                <a:pathLst>
                  <a:path w="1359" h="489" extrusionOk="0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22"/>
                      <a:pt x="167" y="322"/>
                    </a:cubicBezTo>
                    <a:cubicBezTo>
                      <a:pt x="346" y="322"/>
                      <a:pt x="870" y="358"/>
                      <a:pt x="1120" y="477"/>
                    </a:cubicBezTo>
                    <a:cubicBezTo>
                      <a:pt x="1144" y="488"/>
                      <a:pt x="1168" y="488"/>
                      <a:pt x="1191" y="488"/>
                    </a:cubicBezTo>
                    <a:cubicBezTo>
                      <a:pt x="1251" y="488"/>
                      <a:pt x="1310" y="465"/>
                      <a:pt x="1346" y="405"/>
                    </a:cubicBezTo>
                    <a:cubicBezTo>
                      <a:pt x="1358" y="322"/>
                      <a:pt x="1334" y="238"/>
                      <a:pt x="1251" y="191"/>
                    </a:cubicBezTo>
                    <a:cubicBezTo>
                      <a:pt x="882" y="12"/>
                      <a:pt x="191" y="0"/>
                      <a:pt x="16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288;p38">
                <a:extLst>
                  <a:ext uri="{FF2B5EF4-FFF2-40B4-BE49-F238E27FC236}">
                    <a16:creationId xmlns:a16="http://schemas.microsoft.com/office/drawing/2014/main" id="{4A702E94-7878-1CD3-6BEB-680A05DF77F3}"/>
                  </a:ext>
                </a:extLst>
              </p:cNvPr>
              <p:cNvSpPr/>
              <p:nvPr/>
            </p:nvSpPr>
            <p:spPr>
              <a:xfrm>
                <a:off x="1350402" y="3170436"/>
                <a:ext cx="10663" cy="48541"/>
              </a:xfrm>
              <a:custGeom>
                <a:avLst/>
                <a:gdLst/>
                <a:ahLst/>
                <a:cxnLst/>
                <a:rect l="l" t="t" r="r" b="b"/>
                <a:pathLst>
                  <a:path w="335" h="1525" extrusionOk="0">
                    <a:moveTo>
                      <a:pt x="168" y="1"/>
                    </a:moveTo>
                    <a:cubicBezTo>
                      <a:pt x="84" y="1"/>
                      <a:pt x="1" y="84"/>
                      <a:pt x="1" y="168"/>
                    </a:cubicBezTo>
                    <a:lnTo>
                      <a:pt x="1" y="1358"/>
                    </a:lnTo>
                    <a:cubicBezTo>
                      <a:pt x="1" y="1453"/>
                      <a:pt x="84" y="1525"/>
                      <a:pt x="168" y="1525"/>
                    </a:cubicBezTo>
                    <a:cubicBezTo>
                      <a:pt x="263" y="1525"/>
                      <a:pt x="334" y="1453"/>
                      <a:pt x="334" y="1358"/>
                    </a:cubicBezTo>
                    <a:lnTo>
                      <a:pt x="334" y="168"/>
                    </a:lnTo>
                    <a:cubicBezTo>
                      <a:pt x="334" y="84"/>
                      <a:pt x="263" y="1"/>
                      <a:pt x="16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289;p38">
                <a:extLst>
                  <a:ext uri="{FF2B5EF4-FFF2-40B4-BE49-F238E27FC236}">
                    <a16:creationId xmlns:a16="http://schemas.microsoft.com/office/drawing/2014/main" id="{B19DE922-4F4B-899B-CC61-F9E73C47B2CE}"/>
                  </a:ext>
                </a:extLst>
              </p:cNvPr>
              <p:cNvSpPr/>
              <p:nvPr/>
            </p:nvSpPr>
            <p:spPr>
              <a:xfrm>
                <a:off x="1327676" y="3040187"/>
                <a:ext cx="201643" cy="180317"/>
              </a:xfrm>
              <a:custGeom>
                <a:avLst/>
                <a:gdLst/>
                <a:ahLst/>
                <a:cxnLst/>
                <a:rect l="l" t="t" r="r" b="b"/>
                <a:pathLst>
                  <a:path w="6335" h="5665" extrusionOk="0">
                    <a:moveTo>
                      <a:pt x="5894" y="628"/>
                    </a:moveTo>
                    <a:lnTo>
                      <a:pt x="5954" y="866"/>
                    </a:lnTo>
                    <a:cubicBezTo>
                      <a:pt x="5977" y="926"/>
                      <a:pt x="5966" y="997"/>
                      <a:pt x="5918" y="1045"/>
                    </a:cubicBezTo>
                    <a:lnTo>
                      <a:pt x="5823" y="1140"/>
                    </a:lnTo>
                    <a:lnTo>
                      <a:pt x="5596" y="914"/>
                    </a:lnTo>
                    <a:lnTo>
                      <a:pt x="5894" y="628"/>
                    </a:lnTo>
                    <a:close/>
                    <a:moveTo>
                      <a:pt x="2941" y="307"/>
                    </a:moveTo>
                    <a:lnTo>
                      <a:pt x="2941" y="961"/>
                    </a:lnTo>
                    <a:cubicBezTo>
                      <a:pt x="2941" y="1057"/>
                      <a:pt x="2906" y="1164"/>
                      <a:pt x="2870" y="1271"/>
                    </a:cubicBezTo>
                    <a:lnTo>
                      <a:pt x="2787" y="1438"/>
                    </a:lnTo>
                    <a:cubicBezTo>
                      <a:pt x="2775" y="1450"/>
                      <a:pt x="2775" y="1473"/>
                      <a:pt x="2775" y="1509"/>
                    </a:cubicBezTo>
                    <a:lnTo>
                      <a:pt x="2775" y="1854"/>
                    </a:lnTo>
                    <a:cubicBezTo>
                      <a:pt x="2775" y="2104"/>
                      <a:pt x="2667" y="2331"/>
                      <a:pt x="2513" y="2485"/>
                    </a:cubicBezTo>
                    <a:cubicBezTo>
                      <a:pt x="2363" y="2635"/>
                      <a:pt x="2165" y="2727"/>
                      <a:pt x="1954" y="2727"/>
                    </a:cubicBezTo>
                    <a:cubicBezTo>
                      <a:pt x="1930" y="2727"/>
                      <a:pt x="1906" y="2726"/>
                      <a:pt x="1882" y="2724"/>
                    </a:cubicBezTo>
                    <a:cubicBezTo>
                      <a:pt x="1417" y="2712"/>
                      <a:pt x="1048" y="2307"/>
                      <a:pt x="1048" y="1819"/>
                    </a:cubicBezTo>
                    <a:lnTo>
                      <a:pt x="1048" y="1521"/>
                    </a:lnTo>
                    <a:cubicBezTo>
                      <a:pt x="1048" y="1497"/>
                      <a:pt x="1048" y="1473"/>
                      <a:pt x="1036" y="1450"/>
                    </a:cubicBezTo>
                    <a:lnTo>
                      <a:pt x="929" y="1259"/>
                    </a:lnTo>
                    <a:cubicBezTo>
                      <a:pt x="905" y="1176"/>
                      <a:pt x="870" y="1104"/>
                      <a:pt x="870" y="1021"/>
                    </a:cubicBezTo>
                    <a:lnTo>
                      <a:pt x="870" y="997"/>
                    </a:lnTo>
                    <a:cubicBezTo>
                      <a:pt x="870" y="616"/>
                      <a:pt x="1179" y="307"/>
                      <a:pt x="1572" y="307"/>
                    </a:cubicBezTo>
                    <a:close/>
                    <a:moveTo>
                      <a:pt x="2275" y="2986"/>
                    </a:moveTo>
                    <a:cubicBezTo>
                      <a:pt x="2286" y="3045"/>
                      <a:pt x="2298" y="3081"/>
                      <a:pt x="2310" y="3117"/>
                    </a:cubicBezTo>
                    <a:lnTo>
                      <a:pt x="2167" y="3259"/>
                    </a:lnTo>
                    <a:cubicBezTo>
                      <a:pt x="2102" y="3325"/>
                      <a:pt x="2013" y="3358"/>
                      <a:pt x="1923" y="3358"/>
                    </a:cubicBezTo>
                    <a:cubicBezTo>
                      <a:pt x="1834" y="3358"/>
                      <a:pt x="1745" y="3325"/>
                      <a:pt x="1679" y="3259"/>
                    </a:cubicBezTo>
                    <a:lnTo>
                      <a:pt x="1536" y="3128"/>
                    </a:lnTo>
                    <a:cubicBezTo>
                      <a:pt x="1560" y="3081"/>
                      <a:pt x="1572" y="3045"/>
                      <a:pt x="1572" y="2986"/>
                    </a:cubicBezTo>
                    <a:cubicBezTo>
                      <a:pt x="1679" y="3009"/>
                      <a:pt x="1775" y="3045"/>
                      <a:pt x="1882" y="3045"/>
                    </a:cubicBezTo>
                    <a:lnTo>
                      <a:pt x="1917" y="3045"/>
                    </a:lnTo>
                    <a:cubicBezTo>
                      <a:pt x="2036" y="3045"/>
                      <a:pt x="2167" y="3021"/>
                      <a:pt x="2275" y="2986"/>
                    </a:cubicBezTo>
                    <a:close/>
                    <a:moveTo>
                      <a:pt x="6162" y="0"/>
                    </a:moveTo>
                    <a:cubicBezTo>
                      <a:pt x="6120" y="0"/>
                      <a:pt x="6079" y="15"/>
                      <a:pt x="6049" y="45"/>
                    </a:cubicBezTo>
                    <a:lnTo>
                      <a:pt x="2906" y="3021"/>
                    </a:lnTo>
                    <a:cubicBezTo>
                      <a:pt x="2882" y="3057"/>
                      <a:pt x="2834" y="3069"/>
                      <a:pt x="2787" y="3069"/>
                    </a:cubicBezTo>
                    <a:lnTo>
                      <a:pt x="2763" y="3069"/>
                    </a:lnTo>
                    <a:cubicBezTo>
                      <a:pt x="2656" y="3069"/>
                      <a:pt x="2584" y="2997"/>
                      <a:pt x="2584" y="2890"/>
                    </a:cubicBezTo>
                    <a:lnTo>
                      <a:pt x="2584" y="2843"/>
                    </a:lnTo>
                    <a:cubicBezTo>
                      <a:pt x="2644" y="2819"/>
                      <a:pt x="2679" y="2771"/>
                      <a:pt x="2727" y="2724"/>
                    </a:cubicBezTo>
                    <a:cubicBezTo>
                      <a:pt x="2965" y="2497"/>
                      <a:pt x="3084" y="2200"/>
                      <a:pt x="3084" y="1878"/>
                    </a:cubicBezTo>
                    <a:lnTo>
                      <a:pt x="3084" y="1581"/>
                    </a:lnTo>
                    <a:lnTo>
                      <a:pt x="3144" y="1450"/>
                    </a:lnTo>
                    <a:cubicBezTo>
                      <a:pt x="3215" y="1307"/>
                      <a:pt x="3251" y="1152"/>
                      <a:pt x="3251" y="997"/>
                    </a:cubicBezTo>
                    <a:lnTo>
                      <a:pt x="3251" y="176"/>
                    </a:lnTo>
                    <a:cubicBezTo>
                      <a:pt x="3251" y="92"/>
                      <a:pt x="3179" y="21"/>
                      <a:pt x="3084" y="21"/>
                    </a:cubicBezTo>
                    <a:lnTo>
                      <a:pt x="1548" y="21"/>
                    </a:lnTo>
                    <a:cubicBezTo>
                      <a:pt x="1001" y="21"/>
                      <a:pt x="536" y="461"/>
                      <a:pt x="536" y="1033"/>
                    </a:cubicBezTo>
                    <a:lnTo>
                      <a:pt x="536" y="1045"/>
                    </a:lnTo>
                    <a:cubicBezTo>
                      <a:pt x="536" y="1176"/>
                      <a:pt x="572" y="1295"/>
                      <a:pt x="632" y="1414"/>
                    </a:cubicBezTo>
                    <a:lnTo>
                      <a:pt x="703" y="1581"/>
                    </a:lnTo>
                    <a:lnTo>
                      <a:pt x="703" y="1831"/>
                    </a:lnTo>
                    <a:cubicBezTo>
                      <a:pt x="703" y="2247"/>
                      <a:pt x="917" y="2616"/>
                      <a:pt x="1215" y="2843"/>
                    </a:cubicBezTo>
                    <a:lnTo>
                      <a:pt x="1215" y="2997"/>
                    </a:lnTo>
                    <a:cubicBezTo>
                      <a:pt x="1215" y="3069"/>
                      <a:pt x="1155" y="3140"/>
                      <a:pt x="1072" y="3176"/>
                    </a:cubicBezTo>
                    <a:lnTo>
                      <a:pt x="501" y="3343"/>
                    </a:lnTo>
                    <a:cubicBezTo>
                      <a:pt x="215" y="3414"/>
                      <a:pt x="0" y="3676"/>
                      <a:pt x="0" y="3974"/>
                    </a:cubicBezTo>
                    <a:lnTo>
                      <a:pt x="0" y="5462"/>
                    </a:lnTo>
                    <a:cubicBezTo>
                      <a:pt x="0" y="5557"/>
                      <a:pt x="84" y="5629"/>
                      <a:pt x="167" y="5629"/>
                    </a:cubicBezTo>
                    <a:cubicBezTo>
                      <a:pt x="262" y="5629"/>
                      <a:pt x="334" y="5557"/>
                      <a:pt x="334" y="5462"/>
                    </a:cubicBezTo>
                    <a:lnTo>
                      <a:pt x="334" y="3974"/>
                    </a:lnTo>
                    <a:cubicBezTo>
                      <a:pt x="334" y="3831"/>
                      <a:pt x="441" y="3676"/>
                      <a:pt x="584" y="3640"/>
                    </a:cubicBezTo>
                    <a:lnTo>
                      <a:pt x="1167" y="3474"/>
                    </a:lnTo>
                    <a:cubicBezTo>
                      <a:pt x="1215" y="3450"/>
                      <a:pt x="1251" y="3438"/>
                      <a:pt x="1298" y="3414"/>
                    </a:cubicBezTo>
                    <a:lnTo>
                      <a:pt x="1405" y="3521"/>
                    </a:lnTo>
                    <a:cubicBezTo>
                      <a:pt x="1536" y="3652"/>
                      <a:pt x="1703" y="3712"/>
                      <a:pt x="1882" y="3712"/>
                    </a:cubicBezTo>
                    <a:cubicBezTo>
                      <a:pt x="2060" y="3712"/>
                      <a:pt x="2227" y="3652"/>
                      <a:pt x="2358" y="3521"/>
                    </a:cubicBezTo>
                    <a:lnTo>
                      <a:pt x="2501" y="3367"/>
                    </a:lnTo>
                    <a:cubicBezTo>
                      <a:pt x="2584" y="3402"/>
                      <a:pt x="2656" y="3426"/>
                      <a:pt x="2727" y="3426"/>
                    </a:cubicBezTo>
                    <a:lnTo>
                      <a:pt x="2763" y="3426"/>
                    </a:lnTo>
                    <a:cubicBezTo>
                      <a:pt x="2894" y="3426"/>
                      <a:pt x="3013" y="3378"/>
                      <a:pt x="3096" y="3295"/>
                    </a:cubicBezTo>
                    <a:lnTo>
                      <a:pt x="5334" y="1176"/>
                    </a:lnTo>
                    <a:lnTo>
                      <a:pt x="5561" y="1402"/>
                    </a:lnTo>
                    <a:lnTo>
                      <a:pt x="2965" y="3986"/>
                    </a:lnTo>
                    <a:cubicBezTo>
                      <a:pt x="2798" y="4152"/>
                      <a:pt x="2715" y="4367"/>
                      <a:pt x="2715" y="4581"/>
                    </a:cubicBezTo>
                    <a:lnTo>
                      <a:pt x="2715" y="5498"/>
                    </a:lnTo>
                    <a:cubicBezTo>
                      <a:pt x="2715" y="5581"/>
                      <a:pt x="2787" y="5664"/>
                      <a:pt x="2882" y="5664"/>
                    </a:cubicBezTo>
                    <a:cubicBezTo>
                      <a:pt x="2965" y="5664"/>
                      <a:pt x="3037" y="5581"/>
                      <a:pt x="3037" y="5498"/>
                    </a:cubicBezTo>
                    <a:lnTo>
                      <a:pt x="3037" y="4581"/>
                    </a:lnTo>
                    <a:cubicBezTo>
                      <a:pt x="3037" y="4450"/>
                      <a:pt x="3096" y="4319"/>
                      <a:pt x="3191" y="4212"/>
                    </a:cubicBezTo>
                    <a:lnTo>
                      <a:pt x="6096" y="1307"/>
                    </a:lnTo>
                    <a:cubicBezTo>
                      <a:pt x="6216" y="1200"/>
                      <a:pt x="6275" y="997"/>
                      <a:pt x="6227" y="831"/>
                    </a:cubicBezTo>
                    <a:lnTo>
                      <a:pt x="6168" y="378"/>
                    </a:lnTo>
                    <a:lnTo>
                      <a:pt x="6275" y="271"/>
                    </a:lnTo>
                    <a:cubicBezTo>
                      <a:pt x="6335" y="211"/>
                      <a:pt x="6335" y="104"/>
                      <a:pt x="6275" y="45"/>
                    </a:cubicBezTo>
                    <a:cubicBezTo>
                      <a:pt x="6245" y="15"/>
                      <a:pt x="6204" y="0"/>
                      <a:pt x="61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290;p38">
                <a:extLst>
                  <a:ext uri="{FF2B5EF4-FFF2-40B4-BE49-F238E27FC236}">
                    <a16:creationId xmlns:a16="http://schemas.microsoft.com/office/drawing/2014/main" id="{80B60D8E-701B-42E6-BC05-CC050E4BD1CA}"/>
                  </a:ext>
                </a:extLst>
              </p:cNvPr>
              <p:cNvSpPr/>
              <p:nvPr/>
            </p:nvSpPr>
            <p:spPr>
              <a:xfrm>
                <a:off x="1470179" y="2910480"/>
                <a:ext cx="205431" cy="173601"/>
              </a:xfrm>
              <a:custGeom>
                <a:avLst/>
                <a:gdLst/>
                <a:ahLst/>
                <a:cxnLst/>
                <a:rect l="l" t="t" r="r" b="b"/>
                <a:pathLst>
                  <a:path w="6454" h="5454" extrusionOk="0">
                    <a:moveTo>
                      <a:pt x="500" y="0"/>
                    </a:moveTo>
                    <a:cubicBezTo>
                      <a:pt x="215" y="0"/>
                      <a:pt x="0" y="226"/>
                      <a:pt x="0" y="512"/>
                    </a:cubicBezTo>
                    <a:lnTo>
                      <a:pt x="0" y="4822"/>
                    </a:lnTo>
                    <a:cubicBezTo>
                      <a:pt x="0" y="4917"/>
                      <a:pt x="72" y="4989"/>
                      <a:pt x="155" y="4989"/>
                    </a:cubicBezTo>
                    <a:cubicBezTo>
                      <a:pt x="250" y="4989"/>
                      <a:pt x="322" y="4917"/>
                      <a:pt x="322" y="4822"/>
                    </a:cubicBezTo>
                    <a:lnTo>
                      <a:pt x="322" y="512"/>
                    </a:lnTo>
                    <a:cubicBezTo>
                      <a:pt x="322" y="405"/>
                      <a:pt x="393" y="322"/>
                      <a:pt x="500" y="322"/>
                    </a:cubicBezTo>
                    <a:lnTo>
                      <a:pt x="5953" y="322"/>
                    </a:lnTo>
                    <a:cubicBezTo>
                      <a:pt x="6049" y="322"/>
                      <a:pt x="6132" y="405"/>
                      <a:pt x="6132" y="512"/>
                    </a:cubicBezTo>
                    <a:lnTo>
                      <a:pt x="6132" y="4941"/>
                    </a:lnTo>
                    <a:cubicBezTo>
                      <a:pt x="6132" y="5048"/>
                      <a:pt x="6049" y="5120"/>
                      <a:pt x="5953" y="5120"/>
                    </a:cubicBezTo>
                    <a:lnTo>
                      <a:pt x="2298" y="5120"/>
                    </a:lnTo>
                    <a:cubicBezTo>
                      <a:pt x="2215" y="5120"/>
                      <a:pt x="2131" y="5191"/>
                      <a:pt x="2131" y="5287"/>
                    </a:cubicBezTo>
                    <a:cubicBezTo>
                      <a:pt x="2131" y="5370"/>
                      <a:pt x="2215" y="5453"/>
                      <a:pt x="2298" y="5453"/>
                    </a:cubicBezTo>
                    <a:lnTo>
                      <a:pt x="5953" y="5453"/>
                    </a:lnTo>
                    <a:cubicBezTo>
                      <a:pt x="6227" y="5453"/>
                      <a:pt x="6453" y="5227"/>
                      <a:pt x="6453" y="4941"/>
                    </a:cubicBezTo>
                    <a:lnTo>
                      <a:pt x="6453" y="512"/>
                    </a:lnTo>
                    <a:cubicBezTo>
                      <a:pt x="6453" y="226"/>
                      <a:pt x="6215" y="0"/>
                      <a:pt x="59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291;p38">
                <a:extLst>
                  <a:ext uri="{FF2B5EF4-FFF2-40B4-BE49-F238E27FC236}">
                    <a16:creationId xmlns:a16="http://schemas.microsoft.com/office/drawing/2014/main" id="{D9828AA5-4E0F-AB4E-9DB1-A3F05B32E0B2}"/>
                  </a:ext>
                </a:extLst>
              </p:cNvPr>
              <p:cNvSpPr/>
              <p:nvPr/>
            </p:nvSpPr>
            <p:spPr>
              <a:xfrm>
                <a:off x="1497075" y="2942692"/>
                <a:ext cx="152370" cy="96668"/>
              </a:xfrm>
              <a:custGeom>
                <a:avLst/>
                <a:gdLst/>
                <a:ahLst/>
                <a:cxnLst/>
                <a:rect l="l" t="t" r="r" b="b"/>
                <a:pathLst>
                  <a:path w="4787" h="3037" extrusionOk="0">
                    <a:moveTo>
                      <a:pt x="3751" y="0"/>
                    </a:moveTo>
                    <a:cubicBezTo>
                      <a:pt x="3656" y="0"/>
                      <a:pt x="3584" y="72"/>
                      <a:pt x="3584" y="167"/>
                    </a:cubicBezTo>
                    <a:cubicBezTo>
                      <a:pt x="3584" y="250"/>
                      <a:pt x="3656" y="334"/>
                      <a:pt x="3751" y="334"/>
                    </a:cubicBezTo>
                    <a:lnTo>
                      <a:pt x="4215" y="334"/>
                    </a:lnTo>
                    <a:lnTo>
                      <a:pt x="2465" y="2072"/>
                    </a:lnTo>
                    <a:lnTo>
                      <a:pt x="1727" y="1322"/>
                    </a:lnTo>
                    <a:cubicBezTo>
                      <a:pt x="1697" y="1292"/>
                      <a:pt x="1656" y="1277"/>
                      <a:pt x="1614" y="1277"/>
                    </a:cubicBezTo>
                    <a:cubicBezTo>
                      <a:pt x="1572" y="1277"/>
                      <a:pt x="1531" y="1292"/>
                      <a:pt x="1501" y="1322"/>
                    </a:cubicBezTo>
                    <a:lnTo>
                      <a:pt x="60" y="2774"/>
                    </a:lnTo>
                    <a:cubicBezTo>
                      <a:pt x="1" y="2834"/>
                      <a:pt x="1" y="2929"/>
                      <a:pt x="60" y="2989"/>
                    </a:cubicBezTo>
                    <a:cubicBezTo>
                      <a:pt x="84" y="3024"/>
                      <a:pt x="132" y="3036"/>
                      <a:pt x="179" y="3036"/>
                    </a:cubicBezTo>
                    <a:cubicBezTo>
                      <a:pt x="227" y="3036"/>
                      <a:pt x="251" y="3024"/>
                      <a:pt x="298" y="2989"/>
                    </a:cubicBezTo>
                    <a:lnTo>
                      <a:pt x="1632" y="1655"/>
                    </a:lnTo>
                    <a:lnTo>
                      <a:pt x="2382" y="2393"/>
                    </a:lnTo>
                    <a:cubicBezTo>
                      <a:pt x="2412" y="2423"/>
                      <a:pt x="2453" y="2438"/>
                      <a:pt x="2495" y="2438"/>
                    </a:cubicBezTo>
                    <a:cubicBezTo>
                      <a:pt x="2537" y="2438"/>
                      <a:pt x="2578" y="2423"/>
                      <a:pt x="2608" y="2393"/>
                    </a:cubicBezTo>
                    <a:lnTo>
                      <a:pt x="4465" y="536"/>
                    </a:lnTo>
                    <a:lnTo>
                      <a:pt x="4465" y="1000"/>
                    </a:lnTo>
                    <a:cubicBezTo>
                      <a:pt x="4465" y="1084"/>
                      <a:pt x="4537" y="1167"/>
                      <a:pt x="4632" y="1167"/>
                    </a:cubicBezTo>
                    <a:cubicBezTo>
                      <a:pt x="4715" y="1167"/>
                      <a:pt x="4787" y="1084"/>
                      <a:pt x="4787" y="1000"/>
                    </a:cubicBezTo>
                    <a:lnTo>
                      <a:pt x="4787" y="155"/>
                    </a:lnTo>
                    <a:cubicBezTo>
                      <a:pt x="4751" y="72"/>
                      <a:pt x="4692" y="0"/>
                      <a:pt x="459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1292;p38">
              <a:extLst>
                <a:ext uri="{FF2B5EF4-FFF2-40B4-BE49-F238E27FC236}">
                  <a16:creationId xmlns:a16="http://schemas.microsoft.com/office/drawing/2014/main" id="{FB546AD5-884E-CF97-79F8-86D8C8E8BA53}"/>
                </a:ext>
              </a:extLst>
            </p:cNvPr>
            <p:cNvGrpSpPr/>
            <p:nvPr/>
          </p:nvGrpSpPr>
          <p:grpSpPr>
            <a:xfrm>
              <a:off x="5050387" y="1317917"/>
              <a:ext cx="255086" cy="301685"/>
              <a:chOff x="8065100" y="2000174"/>
              <a:chExt cx="255086" cy="301685"/>
            </a:xfrm>
          </p:grpSpPr>
          <p:sp>
            <p:nvSpPr>
              <p:cNvPr id="98" name="Google Shape;1293;p38">
                <a:extLst>
                  <a:ext uri="{FF2B5EF4-FFF2-40B4-BE49-F238E27FC236}">
                    <a16:creationId xmlns:a16="http://schemas.microsoft.com/office/drawing/2014/main" id="{60B7CBF8-F021-50D3-8550-245E7F23E978}"/>
                  </a:ext>
                </a:extLst>
              </p:cNvPr>
              <p:cNvSpPr/>
              <p:nvPr/>
            </p:nvSpPr>
            <p:spPr>
              <a:xfrm>
                <a:off x="8085185" y="2151016"/>
                <a:ext cx="65220" cy="150842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4739" extrusionOk="0">
                    <a:moveTo>
                      <a:pt x="1144" y="274"/>
                    </a:moveTo>
                    <a:cubicBezTo>
                      <a:pt x="1299" y="274"/>
                      <a:pt x="1453" y="405"/>
                      <a:pt x="1453" y="583"/>
                    </a:cubicBezTo>
                    <a:lnTo>
                      <a:pt x="1453" y="881"/>
                    </a:lnTo>
                    <a:cubicBezTo>
                      <a:pt x="1453" y="1155"/>
                      <a:pt x="1251" y="1345"/>
                      <a:pt x="989" y="1345"/>
                    </a:cubicBezTo>
                    <a:cubicBezTo>
                      <a:pt x="739" y="1345"/>
                      <a:pt x="537" y="1131"/>
                      <a:pt x="537" y="881"/>
                    </a:cubicBezTo>
                    <a:lnTo>
                      <a:pt x="537" y="583"/>
                    </a:lnTo>
                    <a:cubicBezTo>
                      <a:pt x="537" y="417"/>
                      <a:pt x="668" y="274"/>
                      <a:pt x="846" y="274"/>
                    </a:cubicBezTo>
                    <a:close/>
                    <a:moveTo>
                      <a:pt x="1144" y="1631"/>
                    </a:moveTo>
                    <a:lnTo>
                      <a:pt x="1144" y="1691"/>
                    </a:lnTo>
                    <a:cubicBezTo>
                      <a:pt x="1144" y="1726"/>
                      <a:pt x="1156" y="1786"/>
                      <a:pt x="1180" y="1834"/>
                    </a:cubicBezTo>
                    <a:lnTo>
                      <a:pt x="989" y="2024"/>
                    </a:lnTo>
                    <a:lnTo>
                      <a:pt x="787" y="1834"/>
                    </a:lnTo>
                    <a:cubicBezTo>
                      <a:pt x="810" y="1786"/>
                      <a:pt x="822" y="1738"/>
                      <a:pt x="822" y="1691"/>
                    </a:cubicBezTo>
                    <a:lnTo>
                      <a:pt x="822" y="1631"/>
                    </a:lnTo>
                    <a:close/>
                    <a:moveTo>
                      <a:pt x="858" y="0"/>
                    </a:moveTo>
                    <a:cubicBezTo>
                      <a:pt x="537" y="0"/>
                      <a:pt x="275" y="274"/>
                      <a:pt x="275" y="583"/>
                    </a:cubicBezTo>
                    <a:lnTo>
                      <a:pt x="275" y="881"/>
                    </a:lnTo>
                    <a:cubicBezTo>
                      <a:pt x="275" y="1119"/>
                      <a:pt x="394" y="1345"/>
                      <a:pt x="572" y="1476"/>
                    </a:cubicBezTo>
                    <a:lnTo>
                      <a:pt x="572" y="1691"/>
                    </a:lnTo>
                    <a:lnTo>
                      <a:pt x="572" y="1703"/>
                    </a:lnTo>
                    <a:lnTo>
                      <a:pt x="239" y="1881"/>
                    </a:lnTo>
                    <a:cubicBezTo>
                      <a:pt x="84" y="1953"/>
                      <a:pt x="1" y="2107"/>
                      <a:pt x="1" y="2262"/>
                    </a:cubicBezTo>
                    <a:lnTo>
                      <a:pt x="1" y="3572"/>
                    </a:lnTo>
                    <a:cubicBezTo>
                      <a:pt x="1" y="3691"/>
                      <a:pt x="25" y="3798"/>
                      <a:pt x="96" y="3905"/>
                    </a:cubicBezTo>
                    <a:lnTo>
                      <a:pt x="251" y="4132"/>
                    </a:lnTo>
                    <a:cubicBezTo>
                      <a:pt x="275" y="4167"/>
                      <a:pt x="298" y="4227"/>
                      <a:pt x="298" y="4286"/>
                    </a:cubicBezTo>
                    <a:lnTo>
                      <a:pt x="298" y="4608"/>
                    </a:lnTo>
                    <a:cubicBezTo>
                      <a:pt x="298" y="4679"/>
                      <a:pt x="358" y="4739"/>
                      <a:pt x="429" y="4739"/>
                    </a:cubicBezTo>
                    <a:cubicBezTo>
                      <a:pt x="501" y="4739"/>
                      <a:pt x="560" y="4679"/>
                      <a:pt x="560" y="4608"/>
                    </a:cubicBezTo>
                    <a:lnTo>
                      <a:pt x="560" y="4286"/>
                    </a:lnTo>
                    <a:cubicBezTo>
                      <a:pt x="560" y="4167"/>
                      <a:pt x="537" y="4072"/>
                      <a:pt x="453" y="3965"/>
                    </a:cubicBezTo>
                    <a:lnTo>
                      <a:pt x="310" y="3739"/>
                    </a:lnTo>
                    <a:cubicBezTo>
                      <a:pt x="275" y="3691"/>
                      <a:pt x="263" y="3631"/>
                      <a:pt x="263" y="3572"/>
                    </a:cubicBezTo>
                    <a:lnTo>
                      <a:pt x="263" y="2262"/>
                    </a:lnTo>
                    <a:cubicBezTo>
                      <a:pt x="263" y="2203"/>
                      <a:pt x="298" y="2143"/>
                      <a:pt x="358" y="2119"/>
                    </a:cubicBezTo>
                    <a:lnTo>
                      <a:pt x="596" y="2000"/>
                    </a:lnTo>
                    <a:lnTo>
                      <a:pt x="810" y="2227"/>
                    </a:lnTo>
                    <a:cubicBezTo>
                      <a:pt x="870" y="2286"/>
                      <a:pt x="953" y="2310"/>
                      <a:pt x="1025" y="2310"/>
                    </a:cubicBezTo>
                    <a:cubicBezTo>
                      <a:pt x="1096" y="2310"/>
                      <a:pt x="1168" y="2286"/>
                      <a:pt x="1227" y="2227"/>
                    </a:cubicBezTo>
                    <a:lnTo>
                      <a:pt x="1453" y="2000"/>
                    </a:lnTo>
                    <a:lnTo>
                      <a:pt x="1692" y="2119"/>
                    </a:lnTo>
                    <a:cubicBezTo>
                      <a:pt x="1751" y="2143"/>
                      <a:pt x="1787" y="2191"/>
                      <a:pt x="1787" y="2262"/>
                    </a:cubicBezTo>
                    <a:lnTo>
                      <a:pt x="1787" y="3572"/>
                    </a:lnTo>
                    <a:cubicBezTo>
                      <a:pt x="1787" y="3631"/>
                      <a:pt x="1763" y="3691"/>
                      <a:pt x="1739" y="3739"/>
                    </a:cubicBezTo>
                    <a:lnTo>
                      <a:pt x="1584" y="3965"/>
                    </a:lnTo>
                    <a:cubicBezTo>
                      <a:pt x="1525" y="4048"/>
                      <a:pt x="1489" y="4167"/>
                      <a:pt x="1489" y="4286"/>
                    </a:cubicBezTo>
                    <a:lnTo>
                      <a:pt x="1489" y="4608"/>
                    </a:lnTo>
                    <a:cubicBezTo>
                      <a:pt x="1489" y="4679"/>
                      <a:pt x="1549" y="4739"/>
                      <a:pt x="1620" y="4739"/>
                    </a:cubicBezTo>
                    <a:cubicBezTo>
                      <a:pt x="1692" y="4739"/>
                      <a:pt x="1751" y="4679"/>
                      <a:pt x="1751" y="4608"/>
                    </a:cubicBezTo>
                    <a:lnTo>
                      <a:pt x="1751" y="4286"/>
                    </a:lnTo>
                    <a:cubicBezTo>
                      <a:pt x="1751" y="4227"/>
                      <a:pt x="1763" y="4167"/>
                      <a:pt x="1799" y="4132"/>
                    </a:cubicBezTo>
                    <a:lnTo>
                      <a:pt x="1942" y="3905"/>
                    </a:lnTo>
                    <a:cubicBezTo>
                      <a:pt x="2001" y="3810"/>
                      <a:pt x="2049" y="3691"/>
                      <a:pt x="2049" y="3572"/>
                    </a:cubicBezTo>
                    <a:lnTo>
                      <a:pt x="2049" y="2262"/>
                    </a:lnTo>
                    <a:cubicBezTo>
                      <a:pt x="2025" y="2107"/>
                      <a:pt x="1930" y="1953"/>
                      <a:pt x="1787" y="1881"/>
                    </a:cubicBezTo>
                    <a:lnTo>
                      <a:pt x="1441" y="1703"/>
                    </a:lnTo>
                    <a:lnTo>
                      <a:pt x="1441" y="1691"/>
                    </a:lnTo>
                    <a:lnTo>
                      <a:pt x="1441" y="1476"/>
                    </a:lnTo>
                    <a:cubicBezTo>
                      <a:pt x="1620" y="1345"/>
                      <a:pt x="1739" y="1131"/>
                      <a:pt x="1739" y="881"/>
                    </a:cubicBezTo>
                    <a:lnTo>
                      <a:pt x="1739" y="583"/>
                    </a:lnTo>
                    <a:cubicBezTo>
                      <a:pt x="1739" y="262"/>
                      <a:pt x="1465" y="0"/>
                      <a:pt x="115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1294;p38">
                <a:extLst>
                  <a:ext uri="{FF2B5EF4-FFF2-40B4-BE49-F238E27FC236}">
                    <a16:creationId xmlns:a16="http://schemas.microsoft.com/office/drawing/2014/main" id="{D0F7A2C8-819C-76A4-1837-3DBA0342E75F}"/>
                  </a:ext>
                </a:extLst>
              </p:cNvPr>
              <p:cNvSpPr/>
              <p:nvPr/>
            </p:nvSpPr>
            <p:spPr>
              <a:xfrm>
                <a:off x="8161004" y="2151016"/>
                <a:ext cx="65188" cy="150842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4739" extrusionOk="0">
                    <a:moveTo>
                      <a:pt x="1143" y="274"/>
                    </a:moveTo>
                    <a:cubicBezTo>
                      <a:pt x="1298" y="274"/>
                      <a:pt x="1453" y="405"/>
                      <a:pt x="1453" y="583"/>
                    </a:cubicBezTo>
                    <a:lnTo>
                      <a:pt x="1453" y="881"/>
                    </a:lnTo>
                    <a:cubicBezTo>
                      <a:pt x="1441" y="1155"/>
                      <a:pt x="1250" y="1345"/>
                      <a:pt x="988" y="1345"/>
                    </a:cubicBezTo>
                    <a:cubicBezTo>
                      <a:pt x="738" y="1345"/>
                      <a:pt x="536" y="1131"/>
                      <a:pt x="536" y="881"/>
                    </a:cubicBezTo>
                    <a:lnTo>
                      <a:pt x="536" y="583"/>
                    </a:lnTo>
                    <a:cubicBezTo>
                      <a:pt x="536" y="417"/>
                      <a:pt x="667" y="274"/>
                      <a:pt x="845" y="274"/>
                    </a:cubicBezTo>
                    <a:close/>
                    <a:moveTo>
                      <a:pt x="1143" y="1631"/>
                    </a:moveTo>
                    <a:lnTo>
                      <a:pt x="1143" y="1691"/>
                    </a:lnTo>
                    <a:cubicBezTo>
                      <a:pt x="1143" y="1726"/>
                      <a:pt x="1155" y="1786"/>
                      <a:pt x="1179" y="1834"/>
                    </a:cubicBezTo>
                    <a:lnTo>
                      <a:pt x="988" y="2024"/>
                    </a:lnTo>
                    <a:lnTo>
                      <a:pt x="786" y="1834"/>
                    </a:lnTo>
                    <a:cubicBezTo>
                      <a:pt x="810" y="1786"/>
                      <a:pt x="822" y="1738"/>
                      <a:pt x="822" y="1691"/>
                    </a:cubicBezTo>
                    <a:lnTo>
                      <a:pt x="822" y="1631"/>
                    </a:lnTo>
                    <a:close/>
                    <a:moveTo>
                      <a:pt x="857" y="0"/>
                    </a:moveTo>
                    <a:cubicBezTo>
                      <a:pt x="536" y="0"/>
                      <a:pt x="274" y="274"/>
                      <a:pt x="274" y="583"/>
                    </a:cubicBezTo>
                    <a:lnTo>
                      <a:pt x="274" y="881"/>
                    </a:lnTo>
                    <a:cubicBezTo>
                      <a:pt x="274" y="1119"/>
                      <a:pt x="393" y="1345"/>
                      <a:pt x="572" y="1476"/>
                    </a:cubicBezTo>
                    <a:lnTo>
                      <a:pt x="572" y="1691"/>
                    </a:lnTo>
                    <a:lnTo>
                      <a:pt x="572" y="1703"/>
                    </a:lnTo>
                    <a:lnTo>
                      <a:pt x="238" y="1881"/>
                    </a:lnTo>
                    <a:cubicBezTo>
                      <a:pt x="83" y="1953"/>
                      <a:pt x="0" y="2107"/>
                      <a:pt x="0" y="2262"/>
                    </a:cubicBezTo>
                    <a:lnTo>
                      <a:pt x="0" y="3572"/>
                    </a:lnTo>
                    <a:cubicBezTo>
                      <a:pt x="0" y="3691"/>
                      <a:pt x="24" y="3798"/>
                      <a:pt x="95" y="3905"/>
                    </a:cubicBezTo>
                    <a:lnTo>
                      <a:pt x="250" y="4132"/>
                    </a:lnTo>
                    <a:cubicBezTo>
                      <a:pt x="274" y="4167"/>
                      <a:pt x="298" y="4227"/>
                      <a:pt x="298" y="4286"/>
                    </a:cubicBezTo>
                    <a:lnTo>
                      <a:pt x="298" y="4608"/>
                    </a:lnTo>
                    <a:cubicBezTo>
                      <a:pt x="298" y="4679"/>
                      <a:pt x="357" y="4739"/>
                      <a:pt x="429" y="4739"/>
                    </a:cubicBezTo>
                    <a:cubicBezTo>
                      <a:pt x="500" y="4739"/>
                      <a:pt x="560" y="4679"/>
                      <a:pt x="560" y="4608"/>
                    </a:cubicBezTo>
                    <a:lnTo>
                      <a:pt x="560" y="4286"/>
                    </a:lnTo>
                    <a:cubicBezTo>
                      <a:pt x="560" y="4167"/>
                      <a:pt x="536" y="4072"/>
                      <a:pt x="453" y="3965"/>
                    </a:cubicBezTo>
                    <a:lnTo>
                      <a:pt x="310" y="3739"/>
                    </a:lnTo>
                    <a:cubicBezTo>
                      <a:pt x="274" y="3691"/>
                      <a:pt x="262" y="3631"/>
                      <a:pt x="262" y="3572"/>
                    </a:cubicBezTo>
                    <a:lnTo>
                      <a:pt x="262" y="2262"/>
                    </a:lnTo>
                    <a:cubicBezTo>
                      <a:pt x="262" y="2203"/>
                      <a:pt x="298" y="2143"/>
                      <a:pt x="357" y="2119"/>
                    </a:cubicBezTo>
                    <a:lnTo>
                      <a:pt x="595" y="2000"/>
                    </a:lnTo>
                    <a:lnTo>
                      <a:pt x="810" y="2227"/>
                    </a:lnTo>
                    <a:cubicBezTo>
                      <a:pt x="869" y="2286"/>
                      <a:pt x="953" y="2310"/>
                      <a:pt x="1024" y="2310"/>
                    </a:cubicBezTo>
                    <a:cubicBezTo>
                      <a:pt x="1095" y="2310"/>
                      <a:pt x="1167" y="2286"/>
                      <a:pt x="1226" y="2227"/>
                    </a:cubicBezTo>
                    <a:lnTo>
                      <a:pt x="1453" y="2000"/>
                    </a:lnTo>
                    <a:lnTo>
                      <a:pt x="1691" y="2119"/>
                    </a:lnTo>
                    <a:cubicBezTo>
                      <a:pt x="1750" y="2143"/>
                      <a:pt x="1786" y="2191"/>
                      <a:pt x="1786" y="2262"/>
                    </a:cubicBezTo>
                    <a:lnTo>
                      <a:pt x="1786" y="3572"/>
                    </a:lnTo>
                    <a:cubicBezTo>
                      <a:pt x="1786" y="3631"/>
                      <a:pt x="1762" y="3691"/>
                      <a:pt x="1738" y="3739"/>
                    </a:cubicBezTo>
                    <a:lnTo>
                      <a:pt x="1584" y="3965"/>
                    </a:lnTo>
                    <a:cubicBezTo>
                      <a:pt x="1524" y="4048"/>
                      <a:pt x="1488" y="4167"/>
                      <a:pt x="1488" y="4286"/>
                    </a:cubicBezTo>
                    <a:lnTo>
                      <a:pt x="1488" y="4608"/>
                    </a:lnTo>
                    <a:cubicBezTo>
                      <a:pt x="1488" y="4679"/>
                      <a:pt x="1548" y="4739"/>
                      <a:pt x="1619" y="4739"/>
                    </a:cubicBezTo>
                    <a:cubicBezTo>
                      <a:pt x="1691" y="4739"/>
                      <a:pt x="1750" y="4679"/>
                      <a:pt x="1750" y="4608"/>
                    </a:cubicBezTo>
                    <a:lnTo>
                      <a:pt x="1750" y="4286"/>
                    </a:lnTo>
                    <a:cubicBezTo>
                      <a:pt x="1750" y="4227"/>
                      <a:pt x="1762" y="4167"/>
                      <a:pt x="1798" y="4132"/>
                    </a:cubicBezTo>
                    <a:lnTo>
                      <a:pt x="1941" y="3905"/>
                    </a:lnTo>
                    <a:cubicBezTo>
                      <a:pt x="2000" y="3810"/>
                      <a:pt x="2048" y="3691"/>
                      <a:pt x="2048" y="3572"/>
                    </a:cubicBezTo>
                    <a:lnTo>
                      <a:pt x="2048" y="2262"/>
                    </a:lnTo>
                    <a:cubicBezTo>
                      <a:pt x="2024" y="2107"/>
                      <a:pt x="1929" y="1953"/>
                      <a:pt x="1786" y="1881"/>
                    </a:cubicBezTo>
                    <a:lnTo>
                      <a:pt x="1441" y="1703"/>
                    </a:lnTo>
                    <a:lnTo>
                      <a:pt x="1441" y="1691"/>
                    </a:lnTo>
                    <a:lnTo>
                      <a:pt x="1441" y="1476"/>
                    </a:lnTo>
                    <a:cubicBezTo>
                      <a:pt x="1619" y="1345"/>
                      <a:pt x="1738" y="1131"/>
                      <a:pt x="1738" y="881"/>
                    </a:cubicBezTo>
                    <a:lnTo>
                      <a:pt x="1738" y="583"/>
                    </a:lnTo>
                    <a:cubicBezTo>
                      <a:pt x="1738" y="262"/>
                      <a:pt x="1465" y="0"/>
                      <a:pt x="11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295;p38">
                <a:extLst>
                  <a:ext uri="{FF2B5EF4-FFF2-40B4-BE49-F238E27FC236}">
                    <a16:creationId xmlns:a16="http://schemas.microsoft.com/office/drawing/2014/main" id="{2CE2DDC6-7873-85A9-6A69-DBC2337C85BC}"/>
                  </a:ext>
                </a:extLst>
              </p:cNvPr>
              <p:cNvSpPr/>
              <p:nvPr/>
            </p:nvSpPr>
            <p:spPr>
              <a:xfrm>
                <a:off x="8236791" y="2151016"/>
                <a:ext cx="65220" cy="150842"/>
              </a:xfrm>
              <a:custGeom>
                <a:avLst/>
                <a:gdLst/>
                <a:ahLst/>
                <a:cxnLst/>
                <a:rect l="l" t="t" r="r" b="b"/>
                <a:pathLst>
                  <a:path w="2049" h="4739" extrusionOk="0">
                    <a:moveTo>
                      <a:pt x="1143" y="274"/>
                    </a:moveTo>
                    <a:cubicBezTo>
                      <a:pt x="1298" y="274"/>
                      <a:pt x="1453" y="405"/>
                      <a:pt x="1453" y="583"/>
                    </a:cubicBezTo>
                    <a:lnTo>
                      <a:pt x="1453" y="881"/>
                    </a:lnTo>
                    <a:cubicBezTo>
                      <a:pt x="1441" y="1155"/>
                      <a:pt x="1250" y="1345"/>
                      <a:pt x="989" y="1345"/>
                    </a:cubicBezTo>
                    <a:cubicBezTo>
                      <a:pt x="739" y="1345"/>
                      <a:pt x="536" y="1131"/>
                      <a:pt x="536" y="881"/>
                    </a:cubicBezTo>
                    <a:lnTo>
                      <a:pt x="536" y="583"/>
                    </a:lnTo>
                    <a:cubicBezTo>
                      <a:pt x="536" y="417"/>
                      <a:pt x="667" y="274"/>
                      <a:pt x="846" y="274"/>
                    </a:cubicBezTo>
                    <a:close/>
                    <a:moveTo>
                      <a:pt x="1143" y="1631"/>
                    </a:moveTo>
                    <a:lnTo>
                      <a:pt x="1143" y="1691"/>
                    </a:lnTo>
                    <a:cubicBezTo>
                      <a:pt x="1143" y="1726"/>
                      <a:pt x="1155" y="1786"/>
                      <a:pt x="1179" y="1834"/>
                    </a:cubicBezTo>
                    <a:lnTo>
                      <a:pt x="989" y="2024"/>
                    </a:lnTo>
                    <a:lnTo>
                      <a:pt x="786" y="1834"/>
                    </a:lnTo>
                    <a:cubicBezTo>
                      <a:pt x="810" y="1786"/>
                      <a:pt x="822" y="1738"/>
                      <a:pt x="822" y="1691"/>
                    </a:cubicBezTo>
                    <a:lnTo>
                      <a:pt x="822" y="1631"/>
                    </a:lnTo>
                    <a:close/>
                    <a:moveTo>
                      <a:pt x="858" y="0"/>
                    </a:moveTo>
                    <a:cubicBezTo>
                      <a:pt x="536" y="0"/>
                      <a:pt x="274" y="274"/>
                      <a:pt x="274" y="583"/>
                    </a:cubicBezTo>
                    <a:lnTo>
                      <a:pt x="274" y="881"/>
                    </a:lnTo>
                    <a:cubicBezTo>
                      <a:pt x="274" y="1119"/>
                      <a:pt x="393" y="1345"/>
                      <a:pt x="572" y="1476"/>
                    </a:cubicBezTo>
                    <a:lnTo>
                      <a:pt x="572" y="1691"/>
                    </a:lnTo>
                    <a:lnTo>
                      <a:pt x="572" y="1703"/>
                    </a:lnTo>
                    <a:lnTo>
                      <a:pt x="238" y="1881"/>
                    </a:lnTo>
                    <a:cubicBezTo>
                      <a:pt x="84" y="1953"/>
                      <a:pt x="0" y="2107"/>
                      <a:pt x="0" y="2262"/>
                    </a:cubicBezTo>
                    <a:lnTo>
                      <a:pt x="0" y="3572"/>
                    </a:lnTo>
                    <a:cubicBezTo>
                      <a:pt x="0" y="3691"/>
                      <a:pt x="24" y="3798"/>
                      <a:pt x="96" y="3905"/>
                    </a:cubicBezTo>
                    <a:lnTo>
                      <a:pt x="250" y="4132"/>
                    </a:lnTo>
                    <a:cubicBezTo>
                      <a:pt x="274" y="4167"/>
                      <a:pt x="298" y="4227"/>
                      <a:pt x="298" y="4286"/>
                    </a:cubicBezTo>
                    <a:lnTo>
                      <a:pt x="298" y="4608"/>
                    </a:lnTo>
                    <a:cubicBezTo>
                      <a:pt x="298" y="4679"/>
                      <a:pt x="358" y="4739"/>
                      <a:pt x="429" y="4739"/>
                    </a:cubicBezTo>
                    <a:cubicBezTo>
                      <a:pt x="500" y="4739"/>
                      <a:pt x="560" y="4679"/>
                      <a:pt x="560" y="4608"/>
                    </a:cubicBezTo>
                    <a:lnTo>
                      <a:pt x="560" y="4286"/>
                    </a:lnTo>
                    <a:cubicBezTo>
                      <a:pt x="560" y="4167"/>
                      <a:pt x="536" y="4072"/>
                      <a:pt x="453" y="3965"/>
                    </a:cubicBezTo>
                    <a:lnTo>
                      <a:pt x="310" y="3739"/>
                    </a:lnTo>
                    <a:cubicBezTo>
                      <a:pt x="274" y="3691"/>
                      <a:pt x="262" y="3631"/>
                      <a:pt x="262" y="3572"/>
                    </a:cubicBezTo>
                    <a:lnTo>
                      <a:pt x="262" y="2262"/>
                    </a:lnTo>
                    <a:cubicBezTo>
                      <a:pt x="262" y="2203"/>
                      <a:pt x="298" y="2143"/>
                      <a:pt x="358" y="2119"/>
                    </a:cubicBezTo>
                    <a:lnTo>
                      <a:pt x="596" y="2000"/>
                    </a:lnTo>
                    <a:lnTo>
                      <a:pt x="810" y="2227"/>
                    </a:lnTo>
                    <a:cubicBezTo>
                      <a:pt x="869" y="2286"/>
                      <a:pt x="953" y="2310"/>
                      <a:pt x="1024" y="2310"/>
                    </a:cubicBezTo>
                    <a:cubicBezTo>
                      <a:pt x="1096" y="2310"/>
                      <a:pt x="1167" y="2286"/>
                      <a:pt x="1227" y="2227"/>
                    </a:cubicBezTo>
                    <a:lnTo>
                      <a:pt x="1453" y="2000"/>
                    </a:lnTo>
                    <a:lnTo>
                      <a:pt x="1691" y="2119"/>
                    </a:lnTo>
                    <a:cubicBezTo>
                      <a:pt x="1751" y="2143"/>
                      <a:pt x="1786" y="2191"/>
                      <a:pt x="1786" y="2262"/>
                    </a:cubicBezTo>
                    <a:lnTo>
                      <a:pt x="1786" y="3572"/>
                    </a:lnTo>
                    <a:cubicBezTo>
                      <a:pt x="1786" y="3631"/>
                      <a:pt x="1762" y="3691"/>
                      <a:pt x="1739" y="3739"/>
                    </a:cubicBezTo>
                    <a:lnTo>
                      <a:pt x="1584" y="3965"/>
                    </a:lnTo>
                    <a:cubicBezTo>
                      <a:pt x="1524" y="4048"/>
                      <a:pt x="1489" y="4167"/>
                      <a:pt x="1489" y="4286"/>
                    </a:cubicBezTo>
                    <a:lnTo>
                      <a:pt x="1489" y="4608"/>
                    </a:lnTo>
                    <a:cubicBezTo>
                      <a:pt x="1489" y="4679"/>
                      <a:pt x="1548" y="4739"/>
                      <a:pt x="1620" y="4739"/>
                    </a:cubicBezTo>
                    <a:cubicBezTo>
                      <a:pt x="1691" y="4739"/>
                      <a:pt x="1751" y="4679"/>
                      <a:pt x="1751" y="4608"/>
                    </a:cubicBezTo>
                    <a:lnTo>
                      <a:pt x="1751" y="4286"/>
                    </a:lnTo>
                    <a:cubicBezTo>
                      <a:pt x="1751" y="4227"/>
                      <a:pt x="1762" y="4167"/>
                      <a:pt x="1798" y="4132"/>
                    </a:cubicBezTo>
                    <a:lnTo>
                      <a:pt x="1941" y="3905"/>
                    </a:lnTo>
                    <a:cubicBezTo>
                      <a:pt x="2001" y="3810"/>
                      <a:pt x="2048" y="3691"/>
                      <a:pt x="2048" y="3572"/>
                    </a:cubicBezTo>
                    <a:lnTo>
                      <a:pt x="2048" y="2262"/>
                    </a:lnTo>
                    <a:cubicBezTo>
                      <a:pt x="2024" y="2107"/>
                      <a:pt x="1929" y="1953"/>
                      <a:pt x="1786" y="1881"/>
                    </a:cubicBezTo>
                    <a:lnTo>
                      <a:pt x="1441" y="1703"/>
                    </a:lnTo>
                    <a:lnTo>
                      <a:pt x="1441" y="1691"/>
                    </a:lnTo>
                    <a:lnTo>
                      <a:pt x="1441" y="1476"/>
                    </a:lnTo>
                    <a:cubicBezTo>
                      <a:pt x="1620" y="1345"/>
                      <a:pt x="1739" y="1131"/>
                      <a:pt x="1739" y="881"/>
                    </a:cubicBezTo>
                    <a:lnTo>
                      <a:pt x="1739" y="583"/>
                    </a:lnTo>
                    <a:cubicBezTo>
                      <a:pt x="1739" y="262"/>
                      <a:pt x="1465" y="0"/>
                      <a:pt x="11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296;p38">
                <a:extLst>
                  <a:ext uri="{FF2B5EF4-FFF2-40B4-BE49-F238E27FC236}">
                    <a16:creationId xmlns:a16="http://schemas.microsoft.com/office/drawing/2014/main" id="{65AE4E39-1FE9-1B7B-31B6-1859E581EBFD}"/>
                  </a:ext>
                </a:extLst>
              </p:cNvPr>
              <p:cNvSpPr/>
              <p:nvPr/>
            </p:nvSpPr>
            <p:spPr>
              <a:xfrm>
                <a:off x="8065100" y="2000174"/>
                <a:ext cx="255086" cy="178916"/>
              </a:xfrm>
              <a:custGeom>
                <a:avLst/>
                <a:gdLst/>
                <a:ahLst/>
                <a:cxnLst/>
                <a:rect l="l" t="t" r="r" b="b"/>
                <a:pathLst>
                  <a:path w="8014" h="5621" extrusionOk="0">
                    <a:moveTo>
                      <a:pt x="2680" y="512"/>
                    </a:moveTo>
                    <a:lnTo>
                      <a:pt x="2680" y="512"/>
                    </a:lnTo>
                    <a:cubicBezTo>
                      <a:pt x="2477" y="691"/>
                      <a:pt x="2275" y="917"/>
                      <a:pt x="2096" y="1191"/>
                    </a:cubicBezTo>
                    <a:cubicBezTo>
                      <a:pt x="1977" y="1370"/>
                      <a:pt x="1882" y="1572"/>
                      <a:pt x="1787" y="1786"/>
                    </a:cubicBezTo>
                    <a:lnTo>
                      <a:pt x="1013" y="1786"/>
                    </a:lnTo>
                    <a:cubicBezTo>
                      <a:pt x="1430" y="1215"/>
                      <a:pt x="2013" y="774"/>
                      <a:pt x="2680" y="512"/>
                    </a:cubicBezTo>
                    <a:close/>
                    <a:moveTo>
                      <a:pt x="3870" y="274"/>
                    </a:moveTo>
                    <a:lnTo>
                      <a:pt x="3870" y="1786"/>
                    </a:lnTo>
                    <a:lnTo>
                      <a:pt x="2096" y="1786"/>
                    </a:lnTo>
                    <a:cubicBezTo>
                      <a:pt x="2513" y="917"/>
                      <a:pt x="3156" y="346"/>
                      <a:pt x="3870" y="274"/>
                    </a:cubicBezTo>
                    <a:close/>
                    <a:moveTo>
                      <a:pt x="4144" y="274"/>
                    </a:moveTo>
                    <a:cubicBezTo>
                      <a:pt x="4870" y="334"/>
                      <a:pt x="5513" y="917"/>
                      <a:pt x="5906" y="1786"/>
                    </a:cubicBezTo>
                    <a:lnTo>
                      <a:pt x="4144" y="1786"/>
                    </a:lnTo>
                    <a:lnTo>
                      <a:pt x="4144" y="274"/>
                    </a:lnTo>
                    <a:close/>
                    <a:moveTo>
                      <a:pt x="5335" y="512"/>
                    </a:moveTo>
                    <a:lnTo>
                      <a:pt x="5335" y="512"/>
                    </a:lnTo>
                    <a:cubicBezTo>
                      <a:pt x="6002" y="774"/>
                      <a:pt x="6561" y="1215"/>
                      <a:pt x="7002" y="1786"/>
                    </a:cubicBezTo>
                    <a:lnTo>
                      <a:pt x="6228" y="1786"/>
                    </a:lnTo>
                    <a:cubicBezTo>
                      <a:pt x="6133" y="1572"/>
                      <a:pt x="6025" y="1382"/>
                      <a:pt x="5906" y="1191"/>
                    </a:cubicBezTo>
                    <a:cubicBezTo>
                      <a:pt x="5728" y="917"/>
                      <a:pt x="5537" y="691"/>
                      <a:pt x="5335" y="512"/>
                    </a:cubicBezTo>
                    <a:close/>
                    <a:moveTo>
                      <a:pt x="1680" y="2048"/>
                    </a:moveTo>
                    <a:cubicBezTo>
                      <a:pt x="1465" y="2596"/>
                      <a:pt x="1358" y="3215"/>
                      <a:pt x="1346" y="3846"/>
                    </a:cubicBezTo>
                    <a:lnTo>
                      <a:pt x="287" y="3846"/>
                    </a:lnTo>
                    <a:cubicBezTo>
                      <a:pt x="310" y="3191"/>
                      <a:pt x="513" y="2572"/>
                      <a:pt x="834" y="2048"/>
                    </a:cubicBezTo>
                    <a:close/>
                    <a:moveTo>
                      <a:pt x="3870" y="2048"/>
                    </a:moveTo>
                    <a:lnTo>
                      <a:pt x="3870" y="3846"/>
                    </a:lnTo>
                    <a:lnTo>
                      <a:pt x="1620" y="3846"/>
                    </a:lnTo>
                    <a:cubicBezTo>
                      <a:pt x="1644" y="3191"/>
                      <a:pt x="1763" y="2572"/>
                      <a:pt x="1965" y="2048"/>
                    </a:cubicBezTo>
                    <a:close/>
                    <a:moveTo>
                      <a:pt x="6049" y="2048"/>
                    </a:moveTo>
                    <a:cubicBezTo>
                      <a:pt x="6252" y="2584"/>
                      <a:pt x="6371" y="3191"/>
                      <a:pt x="6383" y="3846"/>
                    </a:cubicBezTo>
                    <a:lnTo>
                      <a:pt x="4144" y="3846"/>
                    </a:lnTo>
                    <a:lnTo>
                      <a:pt x="4144" y="2048"/>
                    </a:lnTo>
                    <a:close/>
                    <a:moveTo>
                      <a:pt x="7192" y="2048"/>
                    </a:moveTo>
                    <a:cubicBezTo>
                      <a:pt x="7514" y="2584"/>
                      <a:pt x="7716" y="3191"/>
                      <a:pt x="7740" y="3846"/>
                    </a:cubicBezTo>
                    <a:lnTo>
                      <a:pt x="6668" y="3846"/>
                    </a:lnTo>
                    <a:cubicBezTo>
                      <a:pt x="6656" y="3215"/>
                      <a:pt x="6537" y="2596"/>
                      <a:pt x="6347" y="2048"/>
                    </a:cubicBezTo>
                    <a:close/>
                    <a:moveTo>
                      <a:pt x="4001" y="0"/>
                    </a:moveTo>
                    <a:cubicBezTo>
                      <a:pt x="2930" y="0"/>
                      <a:pt x="1930" y="417"/>
                      <a:pt x="1180" y="1167"/>
                    </a:cubicBezTo>
                    <a:cubicBezTo>
                      <a:pt x="418" y="1929"/>
                      <a:pt x="1" y="2929"/>
                      <a:pt x="1" y="4001"/>
                    </a:cubicBezTo>
                    <a:cubicBezTo>
                      <a:pt x="1" y="4537"/>
                      <a:pt x="108" y="5061"/>
                      <a:pt x="310" y="5537"/>
                    </a:cubicBezTo>
                    <a:cubicBezTo>
                      <a:pt x="337" y="5590"/>
                      <a:pt x="384" y="5617"/>
                      <a:pt x="436" y="5617"/>
                    </a:cubicBezTo>
                    <a:cubicBezTo>
                      <a:pt x="453" y="5617"/>
                      <a:pt x="471" y="5614"/>
                      <a:pt x="489" y="5608"/>
                    </a:cubicBezTo>
                    <a:cubicBezTo>
                      <a:pt x="560" y="5573"/>
                      <a:pt x="596" y="5501"/>
                      <a:pt x="560" y="5430"/>
                    </a:cubicBezTo>
                    <a:cubicBezTo>
                      <a:pt x="382" y="5013"/>
                      <a:pt x="298" y="4584"/>
                      <a:pt x="287" y="4132"/>
                    </a:cubicBezTo>
                    <a:lnTo>
                      <a:pt x="1334" y="4132"/>
                    </a:lnTo>
                    <a:lnTo>
                      <a:pt x="1334" y="4299"/>
                    </a:lnTo>
                    <a:cubicBezTo>
                      <a:pt x="1334" y="4370"/>
                      <a:pt x="1418" y="4430"/>
                      <a:pt x="1489" y="4430"/>
                    </a:cubicBezTo>
                    <a:cubicBezTo>
                      <a:pt x="1561" y="4430"/>
                      <a:pt x="1620" y="4358"/>
                      <a:pt x="1620" y="4287"/>
                    </a:cubicBezTo>
                    <a:lnTo>
                      <a:pt x="1620" y="4132"/>
                    </a:lnTo>
                    <a:lnTo>
                      <a:pt x="3870" y="4132"/>
                    </a:lnTo>
                    <a:lnTo>
                      <a:pt x="3870" y="4299"/>
                    </a:lnTo>
                    <a:cubicBezTo>
                      <a:pt x="3870" y="4370"/>
                      <a:pt x="3930" y="4430"/>
                      <a:pt x="4001" y="4430"/>
                    </a:cubicBezTo>
                    <a:cubicBezTo>
                      <a:pt x="4073" y="4430"/>
                      <a:pt x="4132" y="4370"/>
                      <a:pt x="4132" y="4299"/>
                    </a:cubicBezTo>
                    <a:lnTo>
                      <a:pt x="4132" y="4132"/>
                    </a:lnTo>
                    <a:lnTo>
                      <a:pt x="6383" y="4132"/>
                    </a:lnTo>
                    <a:lnTo>
                      <a:pt x="6383" y="4287"/>
                    </a:lnTo>
                    <a:cubicBezTo>
                      <a:pt x="6383" y="4358"/>
                      <a:pt x="6442" y="4430"/>
                      <a:pt x="6514" y="4430"/>
                    </a:cubicBezTo>
                    <a:cubicBezTo>
                      <a:pt x="6597" y="4430"/>
                      <a:pt x="6656" y="4370"/>
                      <a:pt x="6656" y="4299"/>
                    </a:cubicBezTo>
                    <a:lnTo>
                      <a:pt x="6656" y="4132"/>
                    </a:lnTo>
                    <a:lnTo>
                      <a:pt x="7704" y="4132"/>
                    </a:lnTo>
                    <a:cubicBezTo>
                      <a:pt x="7692" y="4584"/>
                      <a:pt x="7609" y="5013"/>
                      <a:pt x="7430" y="5430"/>
                    </a:cubicBezTo>
                    <a:cubicBezTo>
                      <a:pt x="7395" y="5501"/>
                      <a:pt x="7430" y="5573"/>
                      <a:pt x="7502" y="5608"/>
                    </a:cubicBezTo>
                    <a:cubicBezTo>
                      <a:pt x="7514" y="5608"/>
                      <a:pt x="7526" y="5620"/>
                      <a:pt x="7561" y="5620"/>
                    </a:cubicBezTo>
                    <a:cubicBezTo>
                      <a:pt x="7621" y="5620"/>
                      <a:pt x="7668" y="5596"/>
                      <a:pt x="7692" y="5537"/>
                    </a:cubicBezTo>
                    <a:cubicBezTo>
                      <a:pt x="7907" y="5037"/>
                      <a:pt x="8002" y="4525"/>
                      <a:pt x="8002" y="4001"/>
                    </a:cubicBezTo>
                    <a:cubicBezTo>
                      <a:pt x="8014" y="2929"/>
                      <a:pt x="7597" y="1917"/>
                      <a:pt x="6835" y="1167"/>
                    </a:cubicBezTo>
                    <a:cubicBezTo>
                      <a:pt x="6073" y="417"/>
                      <a:pt x="5073" y="0"/>
                      <a:pt x="400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1297;p38">
              <a:extLst>
                <a:ext uri="{FF2B5EF4-FFF2-40B4-BE49-F238E27FC236}">
                  <a16:creationId xmlns:a16="http://schemas.microsoft.com/office/drawing/2014/main" id="{0E8F2C46-0957-8F81-45D2-488EB1EBD946}"/>
                </a:ext>
              </a:extLst>
            </p:cNvPr>
            <p:cNvGrpSpPr/>
            <p:nvPr/>
          </p:nvGrpSpPr>
          <p:grpSpPr>
            <a:xfrm>
              <a:off x="3405498" y="2537025"/>
              <a:ext cx="341472" cy="335074"/>
              <a:chOff x="1329585" y="1989925"/>
              <a:chExt cx="341472" cy="335074"/>
            </a:xfrm>
          </p:grpSpPr>
          <p:sp>
            <p:nvSpPr>
              <p:cNvPr id="31" name="Google Shape;1298;p38">
                <a:extLst>
                  <a:ext uri="{FF2B5EF4-FFF2-40B4-BE49-F238E27FC236}">
                    <a16:creationId xmlns:a16="http://schemas.microsoft.com/office/drawing/2014/main" id="{1B9CA216-CE72-6D02-FEFE-D75C111C9C63}"/>
                  </a:ext>
                </a:extLst>
              </p:cNvPr>
              <p:cNvSpPr/>
              <p:nvPr/>
            </p:nvSpPr>
            <p:spPr>
              <a:xfrm>
                <a:off x="1562263" y="2097956"/>
                <a:ext cx="108795" cy="226661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7121" extrusionOk="0">
                    <a:moveTo>
                      <a:pt x="1155" y="345"/>
                    </a:moveTo>
                    <a:cubicBezTo>
                      <a:pt x="1215" y="345"/>
                      <a:pt x="1274" y="405"/>
                      <a:pt x="1274" y="465"/>
                    </a:cubicBezTo>
                    <a:lnTo>
                      <a:pt x="1274" y="536"/>
                    </a:lnTo>
                    <a:lnTo>
                      <a:pt x="1274" y="1107"/>
                    </a:lnTo>
                    <a:cubicBezTo>
                      <a:pt x="1274" y="1191"/>
                      <a:pt x="1346" y="1274"/>
                      <a:pt x="1429" y="1274"/>
                    </a:cubicBezTo>
                    <a:cubicBezTo>
                      <a:pt x="1524" y="1274"/>
                      <a:pt x="1596" y="1191"/>
                      <a:pt x="1596" y="1107"/>
                    </a:cubicBezTo>
                    <a:lnTo>
                      <a:pt x="1596" y="584"/>
                    </a:lnTo>
                    <a:cubicBezTo>
                      <a:pt x="1608" y="536"/>
                      <a:pt x="1655" y="524"/>
                      <a:pt x="1703" y="524"/>
                    </a:cubicBezTo>
                    <a:lnTo>
                      <a:pt x="1715" y="524"/>
                    </a:lnTo>
                    <a:cubicBezTo>
                      <a:pt x="1774" y="524"/>
                      <a:pt x="1834" y="584"/>
                      <a:pt x="1834" y="643"/>
                    </a:cubicBezTo>
                    <a:lnTo>
                      <a:pt x="1834" y="679"/>
                    </a:lnTo>
                    <a:lnTo>
                      <a:pt x="1834" y="1131"/>
                    </a:lnTo>
                    <a:cubicBezTo>
                      <a:pt x="1834" y="1227"/>
                      <a:pt x="1905" y="1298"/>
                      <a:pt x="2001" y="1298"/>
                    </a:cubicBezTo>
                    <a:cubicBezTo>
                      <a:pt x="2084" y="1298"/>
                      <a:pt x="2167" y="1227"/>
                      <a:pt x="2167" y="1131"/>
                    </a:cubicBezTo>
                    <a:lnTo>
                      <a:pt x="2167" y="715"/>
                    </a:lnTo>
                    <a:cubicBezTo>
                      <a:pt x="2179" y="679"/>
                      <a:pt x="2227" y="655"/>
                      <a:pt x="2263" y="655"/>
                    </a:cubicBezTo>
                    <a:lnTo>
                      <a:pt x="2286" y="655"/>
                    </a:lnTo>
                    <a:cubicBezTo>
                      <a:pt x="2346" y="655"/>
                      <a:pt x="2406" y="715"/>
                      <a:pt x="2406" y="774"/>
                    </a:cubicBezTo>
                    <a:lnTo>
                      <a:pt x="2406" y="893"/>
                    </a:lnTo>
                    <a:lnTo>
                      <a:pt x="2406" y="1238"/>
                    </a:lnTo>
                    <a:cubicBezTo>
                      <a:pt x="2406" y="1334"/>
                      <a:pt x="2477" y="1405"/>
                      <a:pt x="2560" y="1405"/>
                    </a:cubicBezTo>
                    <a:cubicBezTo>
                      <a:pt x="2656" y="1405"/>
                      <a:pt x="2727" y="1334"/>
                      <a:pt x="2727" y="1238"/>
                    </a:cubicBezTo>
                    <a:lnTo>
                      <a:pt x="2727" y="893"/>
                    </a:lnTo>
                    <a:cubicBezTo>
                      <a:pt x="2727" y="834"/>
                      <a:pt x="2787" y="774"/>
                      <a:pt x="2846" y="774"/>
                    </a:cubicBezTo>
                    <a:lnTo>
                      <a:pt x="2858" y="774"/>
                    </a:lnTo>
                    <a:cubicBezTo>
                      <a:pt x="2917" y="774"/>
                      <a:pt x="2977" y="834"/>
                      <a:pt x="2977" y="893"/>
                    </a:cubicBezTo>
                    <a:lnTo>
                      <a:pt x="2977" y="1691"/>
                    </a:lnTo>
                    <a:lnTo>
                      <a:pt x="2977" y="1703"/>
                    </a:lnTo>
                    <a:cubicBezTo>
                      <a:pt x="3001" y="1893"/>
                      <a:pt x="2977" y="2477"/>
                      <a:pt x="2679" y="2727"/>
                    </a:cubicBezTo>
                    <a:cubicBezTo>
                      <a:pt x="2644" y="2762"/>
                      <a:pt x="2620" y="2798"/>
                      <a:pt x="2620" y="2858"/>
                    </a:cubicBezTo>
                    <a:lnTo>
                      <a:pt x="2620" y="3393"/>
                    </a:lnTo>
                    <a:lnTo>
                      <a:pt x="1012" y="3393"/>
                    </a:lnTo>
                    <a:lnTo>
                      <a:pt x="1012" y="3024"/>
                    </a:lnTo>
                    <a:cubicBezTo>
                      <a:pt x="1012" y="2965"/>
                      <a:pt x="989" y="2917"/>
                      <a:pt x="941" y="2893"/>
                    </a:cubicBezTo>
                    <a:cubicBezTo>
                      <a:pt x="989" y="2846"/>
                      <a:pt x="417" y="2417"/>
                      <a:pt x="393" y="1953"/>
                    </a:cubicBezTo>
                    <a:cubicBezTo>
                      <a:pt x="381" y="1691"/>
                      <a:pt x="358" y="1358"/>
                      <a:pt x="465" y="1274"/>
                    </a:cubicBezTo>
                    <a:cubicBezTo>
                      <a:pt x="501" y="1247"/>
                      <a:pt x="550" y="1234"/>
                      <a:pt x="617" y="1234"/>
                    </a:cubicBezTo>
                    <a:cubicBezTo>
                      <a:pt x="640" y="1234"/>
                      <a:pt x="664" y="1235"/>
                      <a:pt x="691" y="1238"/>
                    </a:cubicBezTo>
                    <a:lnTo>
                      <a:pt x="691" y="1465"/>
                    </a:lnTo>
                    <a:cubicBezTo>
                      <a:pt x="691" y="1548"/>
                      <a:pt x="762" y="1631"/>
                      <a:pt x="858" y="1631"/>
                    </a:cubicBezTo>
                    <a:cubicBezTo>
                      <a:pt x="941" y="1631"/>
                      <a:pt x="1012" y="1548"/>
                      <a:pt x="1012" y="1465"/>
                    </a:cubicBezTo>
                    <a:lnTo>
                      <a:pt x="1012" y="465"/>
                    </a:lnTo>
                    <a:cubicBezTo>
                      <a:pt x="1012" y="405"/>
                      <a:pt x="1072" y="345"/>
                      <a:pt x="1132" y="345"/>
                    </a:cubicBezTo>
                    <a:close/>
                    <a:moveTo>
                      <a:pt x="2941" y="3691"/>
                    </a:moveTo>
                    <a:lnTo>
                      <a:pt x="2941" y="4215"/>
                    </a:lnTo>
                    <a:lnTo>
                      <a:pt x="810" y="4215"/>
                    </a:lnTo>
                    <a:lnTo>
                      <a:pt x="810" y="3691"/>
                    </a:lnTo>
                    <a:close/>
                    <a:moveTo>
                      <a:pt x="2941" y="4548"/>
                    </a:moveTo>
                    <a:lnTo>
                      <a:pt x="2941" y="6787"/>
                    </a:lnTo>
                    <a:lnTo>
                      <a:pt x="810" y="6787"/>
                    </a:lnTo>
                    <a:lnTo>
                      <a:pt x="810" y="4548"/>
                    </a:lnTo>
                    <a:close/>
                    <a:moveTo>
                      <a:pt x="1132" y="0"/>
                    </a:moveTo>
                    <a:cubicBezTo>
                      <a:pt x="882" y="0"/>
                      <a:pt x="667" y="215"/>
                      <a:pt x="667" y="465"/>
                    </a:cubicBezTo>
                    <a:lnTo>
                      <a:pt x="667" y="893"/>
                    </a:lnTo>
                    <a:cubicBezTo>
                      <a:pt x="645" y="892"/>
                      <a:pt x="623" y="891"/>
                      <a:pt x="602" y="891"/>
                    </a:cubicBezTo>
                    <a:cubicBezTo>
                      <a:pt x="453" y="891"/>
                      <a:pt x="332" y="927"/>
                      <a:pt x="239" y="1000"/>
                    </a:cubicBezTo>
                    <a:cubicBezTo>
                      <a:pt x="0" y="1191"/>
                      <a:pt x="36" y="1584"/>
                      <a:pt x="48" y="1965"/>
                    </a:cubicBezTo>
                    <a:cubicBezTo>
                      <a:pt x="72" y="2489"/>
                      <a:pt x="536" y="2905"/>
                      <a:pt x="715" y="3060"/>
                    </a:cubicBezTo>
                    <a:lnTo>
                      <a:pt x="715" y="3334"/>
                    </a:lnTo>
                    <a:lnTo>
                      <a:pt x="631" y="3334"/>
                    </a:lnTo>
                    <a:cubicBezTo>
                      <a:pt x="536" y="3334"/>
                      <a:pt x="465" y="3405"/>
                      <a:pt x="465" y="3501"/>
                    </a:cubicBezTo>
                    <a:lnTo>
                      <a:pt x="465" y="4370"/>
                    </a:lnTo>
                    <a:lnTo>
                      <a:pt x="465" y="6953"/>
                    </a:lnTo>
                    <a:cubicBezTo>
                      <a:pt x="465" y="7049"/>
                      <a:pt x="536" y="7120"/>
                      <a:pt x="631" y="7120"/>
                    </a:cubicBezTo>
                    <a:lnTo>
                      <a:pt x="3096" y="7120"/>
                    </a:lnTo>
                    <a:cubicBezTo>
                      <a:pt x="3191" y="7120"/>
                      <a:pt x="3263" y="7049"/>
                      <a:pt x="3263" y="6953"/>
                    </a:cubicBezTo>
                    <a:lnTo>
                      <a:pt x="3263" y="4370"/>
                    </a:lnTo>
                    <a:lnTo>
                      <a:pt x="3263" y="3501"/>
                    </a:lnTo>
                    <a:cubicBezTo>
                      <a:pt x="3263" y="3429"/>
                      <a:pt x="3191" y="3358"/>
                      <a:pt x="3096" y="3358"/>
                    </a:cubicBezTo>
                    <a:lnTo>
                      <a:pt x="3001" y="3358"/>
                    </a:lnTo>
                    <a:lnTo>
                      <a:pt x="3001" y="2893"/>
                    </a:lnTo>
                    <a:cubicBezTo>
                      <a:pt x="3418" y="2477"/>
                      <a:pt x="3370" y="1727"/>
                      <a:pt x="3358" y="1643"/>
                    </a:cubicBezTo>
                    <a:lnTo>
                      <a:pt x="3358" y="869"/>
                    </a:lnTo>
                    <a:cubicBezTo>
                      <a:pt x="3358" y="619"/>
                      <a:pt x="3144" y="405"/>
                      <a:pt x="2894" y="405"/>
                    </a:cubicBezTo>
                    <a:lnTo>
                      <a:pt x="2870" y="405"/>
                    </a:lnTo>
                    <a:cubicBezTo>
                      <a:pt x="2798" y="405"/>
                      <a:pt x="2727" y="417"/>
                      <a:pt x="2656" y="465"/>
                    </a:cubicBezTo>
                    <a:cubicBezTo>
                      <a:pt x="2560" y="357"/>
                      <a:pt x="2441" y="286"/>
                      <a:pt x="2298" y="286"/>
                    </a:cubicBezTo>
                    <a:lnTo>
                      <a:pt x="2275" y="286"/>
                    </a:lnTo>
                    <a:cubicBezTo>
                      <a:pt x="2203" y="286"/>
                      <a:pt x="2132" y="298"/>
                      <a:pt x="2072" y="345"/>
                    </a:cubicBezTo>
                    <a:cubicBezTo>
                      <a:pt x="1977" y="238"/>
                      <a:pt x="1870" y="179"/>
                      <a:pt x="1727" y="179"/>
                    </a:cubicBezTo>
                    <a:lnTo>
                      <a:pt x="1715" y="179"/>
                    </a:lnTo>
                    <a:cubicBezTo>
                      <a:pt x="1655" y="179"/>
                      <a:pt x="1596" y="203"/>
                      <a:pt x="1536" y="215"/>
                    </a:cubicBezTo>
                    <a:cubicBezTo>
                      <a:pt x="1465" y="95"/>
                      <a:pt x="1310" y="0"/>
                      <a:pt x="11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1299;p38">
                <a:extLst>
                  <a:ext uri="{FF2B5EF4-FFF2-40B4-BE49-F238E27FC236}">
                    <a16:creationId xmlns:a16="http://schemas.microsoft.com/office/drawing/2014/main" id="{FDD8594F-0BF5-4BC8-2FD1-1DF9B783253C}"/>
                  </a:ext>
                </a:extLst>
              </p:cNvPr>
              <p:cNvSpPr/>
              <p:nvPr/>
            </p:nvSpPr>
            <p:spPr>
              <a:xfrm>
                <a:off x="1406137" y="1989925"/>
                <a:ext cx="198587" cy="335074"/>
              </a:xfrm>
              <a:custGeom>
                <a:avLst/>
                <a:gdLst/>
                <a:ahLst/>
                <a:cxnLst/>
                <a:rect l="l" t="t" r="r" b="b"/>
                <a:pathLst>
                  <a:path w="6239" h="10527" extrusionOk="0">
                    <a:moveTo>
                      <a:pt x="643" y="346"/>
                    </a:moveTo>
                    <a:lnTo>
                      <a:pt x="1060" y="382"/>
                    </a:lnTo>
                    <a:lnTo>
                      <a:pt x="941" y="644"/>
                    </a:lnTo>
                    <a:lnTo>
                      <a:pt x="643" y="346"/>
                    </a:lnTo>
                    <a:close/>
                    <a:moveTo>
                      <a:pt x="1393" y="453"/>
                    </a:moveTo>
                    <a:lnTo>
                      <a:pt x="2465" y="894"/>
                    </a:lnTo>
                    <a:lnTo>
                      <a:pt x="2346" y="1334"/>
                    </a:lnTo>
                    <a:lnTo>
                      <a:pt x="1203" y="858"/>
                    </a:lnTo>
                    <a:lnTo>
                      <a:pt x="1393" y="453"/>
                    </a:lnTo>
                    <a:close/>
                    <a:moveTo>
                      <a:pt x="4965" y="1942"/>
                    </a:moveTo>
                    <a:lnTo>
                      <a:pt x="5346" y="2108"/>
                    </a:lnTo>
                    <a:lnTo>
                      <a:pt x="5144" y="2525"/>
                    </a:lnTo>
                    <a:lnTo>
                      <a:pt x="4834" y="2382"/>
                    </a:lnTo>
                    <a:cubicBezTo>
                      <a:pt x="4846" y="2370"/>
                      <a:pt x="4846" y="2370"/>
                      <a:pt x="4846" y="2358"/>
                    </a:cubicBezTo>
                    <a:lnTo>
                      <a:pt x="4965" y="1942"/>
                    </a:lnTo>
                    <a:close/>
                    <a:moveTo>
                      <a:pt x="5656" y="2239"/>
                    </a:moveTo>
                    <a:lnTo>
                      <a:pt x="5834" y="2311"/>
                    </a:lnTo>
                    <a:cubicBezTo>
                      <a:pt x="5858" y="2323"/>
                      <a:pt x="5882" y="2346"/>
                      <a:pt x="5894" y="2370"/>
                    </a:cubicBezTo>
                    <a:cubicBezTo>
                      <a:pt x="5906" y="2406"/>
                      <a:pt x="5906" y="2430"/>
                      <a:pt x="5894" y="2442"/>
                    </a:cubicBezTo>
                    <a:lnTo>
                      <a:pt x="5798" y="2668"/>
                    </a:lnTo>
                    <a:cubicBezTo>
                      <a:pt x="5787" y="2704"/>
                      <a:pt x="5775" y="2716"/>
                      <a:pt x="5739" y="2727"/>
                    </a:cubicBezTo>
                    <a:cubicBezTo>
                      <a:pt x="5727" y="2733"/>
                      <a:pt x="5712" y="2736"/>
                      <a:pt x="5699" y="2736"/>
                    </a:cubicBezTo>
                    <a:cubicBezTo>
                      <a:pt x="5685" y="2736"/>
                      <a:pt x="5673" y="2733"/>
                      <a:pt x="5667" y="2727"/>
                    </a:cubicBezTo>
                    <a:lnTo>
                      <a:pt x="5477" y="2632"/>
                    </a:lnTo>
                    <a:lnTo>
                      <a:pt x="5656" y="2239"/>
                    </a:lnTo>
                    <a:close/>
                    <a:moveTo>
                      <a:pt x="3060" y="453"/>
                    </a:moveTo>
                    <a:cubicBezTo>
                      <a:pt x="3096" y="453"/>
                      <a:pt x="3120" y="477"/>
                      <a:pt x="3143" y="513"/>
                    </a:cubicBezTo>
                    <a:cubicBezTo>
                      <a:pt x="3155" y="537"/>
                      <a:pt x="3155" y="572"/>
                      <a:pt x="3155" y="596"/>
                    </a:cubicBezTo>
                    <a:lnTo>
                      <a:pt x="3143" y="668"/>
                    </a:lnTo>
                    <a:lnTo>
                      <a:pt x="2941" y="1358"/>
                    </a:lnTo>
                    <a:cubicBezTo>
                      <a:pt x="2917" y="1453"/>
                      <a:pt x="2977" y="1537"/>
                      <a:pt x="3060" y="1561"/>
                    </a:cubicBezTo>
                    <a:lnTo>
                      <a:pt x="3108" y="1561"/>
                    </a:lnTo>
                    <a:cubicBezTo>
                      <a:pt x="3179" y="1561"/>
                      <a:pt x="3239" y="1525"/>
                      <a:pt x="3274" y="1442"/>
                    </a:cubicBezTo>
                    <a:lnTo>
                      <a:pt x="3465" y="799"/>
                    </a:lnTo>
                    <a:cubicBezTo>
                      <a:pt x="3501" y="763"/>
                      <a:pt x="3536" y="751"/>
                      <a:pt x="3584" y="751"/>
                    </a:cubicBezTo>
                    <a:lnTo>
                      <a:pt x="3596" y="751"/>
                    </a:lnTo>
                    <a:cubicBezTo>
                      <a:pt x="3631" y="751"/>
                      <a:pt x="3655" y="775"/>
                      <a:pt x="3679" y="811"/>
                    </a:cubicBezTo>
                    <a:cubicBezTo>
                      <a:pt x="3691" y="834"/>
                      <a:pt x="3691" y="870"/>
                      <a:pt x="3691" y="894"/>
                    </a:cubicBezTo>
                    <a:lnTo>
                      <a:pt x="3512" y="1489"/>
                    </a:lnTo>
                    <a:cubicBezTo>
                      <a:pt x="3477" y="1584"/>
                      <a:pt x="3536" y="1668"/>
                      <a:pt x="3631" y="1704"/>
                    </a:cubicBezTo>
                    <a:lnTo>
                      <a:pt x="3679" y="1704"/>
                    </a:lnTo>
                    <a:cubicBezTo>
                      <a:pt x="3751" y="1704"/>
                      <a:pt x="3810" y="1656"/>
                      <a:pt x="3834" y="1584"/>
                    </a:cubicBezTo>
                    <a:lnTo>
                      <a:pt x="4001" y="1025"/>
                    </a:lnTo>
                    <a:cubicBezTo>
                      <a:pt x="4026" y="999"/>
                      <a:pt x="4052" y="980"/>
                      <a:pt x="4082" y="980"/>
                    </a:cubicBezTo>
                    <a:cubicBezTo>
                      <a:pt x="4094" y="980"/>
                      <a:pt x="4106" y="982"/>
                      <a:pt x="4120" y="989"/>
                    </a:cubicBezTo>
                    <a:lnTo>
                      <a:pt x="4132" y="989"/>
                    </a:lnTo>
                    <a:cubicBezTo>
                      <a:pt x="4191" y="1001"/>
                      <a:pt x="4239" y="1061"/>
                      <a:pt x="4227" y="1132"/>
                    </a:cubicBezTo>
                    <a:lnTo>
                      <a:pt x="4191" y="1239"/>
                    </a:lnTo>
                    <a:lnTo>
                      <a:pt x="4048" y="1704"/>
                    </a:lnTo>
                    <a:cubicBezTo>
                      <a:pt x="4012" y="1787"/>
                      <a:pt x="4060" y="1882"/>
                      <a:pt x="4155" y="1906"/>
                    </a:cubicBezTo>
                    <a:cubicBezTo>
                      <a:pt x="4167" y="1906"/>
                      <a:pt x="4179" y="1918"/>
                      <a:pt x="4191" y="1918"/>
                    </a:cubicBezTo>
                    <a:cubicBezTo>
                      <a:pt x="4274" y="1918"/>
                      <a:pt x="4334" y="1882"/>
                      <a:pt x="4358" y="1799"/>
                    </a:cubicBezTo>
                    <a:lnTo>
                      <a:pt x="4513" y="1346"/>
                    </a:lnTo>
                    <a:cubicBezTo>
                      <a:pt x="4523" y="1293"/>
                      <a:pt x="4572" y="1249"/>
                      <a:pt x="4633" y="1249"/>
                    </a:cubicBezTo>
                    <a:cubicBezTo>
                      <a:pt x="4641" y="1249"/>
                      <a:pt x="4648" y="1250"/>
                      <a:pt x="4655" y="1251"/>
                    </a:cubicBezTo>
                    <a:lnTo>
                      <a:pt x="4667" y="1251"/>
                    </a:lnTo>
                    <a:cubicBezTo>
                      <a:pt x="4727" y="1263"/>
                      <a:pt x="4774" y="1323"/>
                      <a:pt x="4763" y="1406"/>
                    </a:cubicBezTo>
                    <a:lnTo>
                      <a:pt x="4513" y="2299"/>
                    </a:lnTo>
                    <a:lnTo>
                      <a:pt x="4513" y="2311"/>
                    </a:lnTo>
                    <a:cubicBezTo>
                      <a:pt x="4524" y="2311"/>
                      <a:pt x="4417" y="3025"/>
                      <a:pt x="3989" y="3239"/>
                    </a:cubicBezTo>
                    <a:cubicBezTo>
                      <a:pt x="3929" y="3263"/>
                      <a:pt x="3893" y="3323"/>
                      <a:pt x="3893" y="3382"/>
                    </a:cubicBezTo>
                    <a:lnTo>
                      <a:pt x="3893" y="3894"/>
                    </a:lnTo>
                    <a:lnTo>
                      <a:pt x="2310" y="3894"/>
                    </a:lnTo>
                    <a:lnTo>
                      <a:pt x="2310" y="3085"/>
                    </a:lnTo>
                    <a:cubicBezTo>
                      <a:pt x="2310" y="3037"/>
                      <a:pt x="2286" y="3013"/>
                      <a:pt x="2262" y="2977"/>
                    </a:cubicBezTo>
                    <a:cubicBezTo>
                      <a:pt x="2262" y="2977"/>
                      <a:pt x="1798" y="2430"/>
                      <a:pt x="1893" y="1965"/>
                    </a:cubicBezTo>
                    <a:cubicBezTo>
                      <a:pt x="1917" y="1823"/>
                      <a:pt x="1941" y="1656"/>
                      <a:pt x="1977" y="1537"/>
                    </a:cubicBezTo>
                    <a:lnTo>
                      <a:pt x="2274" y="1668"/>
                    </a:lnTo>
                    <a:cubicBezTo>
                      <a:pt x="2286" y="1715"/>
                      <a:pt x="2334" y="1763"/>
                      <a:pt x="2393" y="1775"/>
                    </a:cubicBezTo>
                    <a:cubicBezTo>
                      <a:pt x="2412" y="1782"/>
                      <a:pt x="2431" y="1785"/>
                      <a:pt x="2449" y="1785"/>
                    </a:cubicBezTo>
                    <a:cubicBezTo>
                      <a:pt x="2520" y="1785"/>
                      <a:pt x="2579" y="1732"/>
                      <a:pt x="2608" y="1656"/>
                    </a:cubicBezTo>
                    <a:lnTo>
                      <a:pt x="2905" y="537"/>
                    </a:lnTo>
                    <a:cubicBezTo>
                      <a:pt x="2905" y="513"/>
                      <a:pt x="2929" y="477"/>
                      <a:pt x="2953" y="465"/>
                    </a:cubicBezTo>
                    <a:cubicBezTo>
                      <a:pt x="2989" y="453"/>
                      <a:pt x="3012" y="453"/>
                      <a:pt x="3048" y="453"/>
                    </a:cubicBezTo>
                    <a:close/>
                    <a:moveTo>
                      <a:pt x="4132" y="4263"/>
                    </a:moveTo>
                    <a:lnTo>
                      <a:pt x="4132" y="4787"/>
                    </a:lnTo>
                    <a:lnTo>
                      <a:pt x="2012" y="4787"/>
                    </a:lnTo>
                    <a:lnTo>
                      <a:pt x="2012" y="4263"/>
                    </a:lnTo>
                    <a:close/>
                    <a:moveTo>
                      <a:pt x="191" y="1"/>
                    </a:moveTo>
                    <a:cubicBezTo>
                      <a:pt x="119" y="1"/>
                      <a:pt x="60" y="37"/>
                      <a:pt x="24" y="108"/>
                    </a:cubicBezTo>
                    <a:cubicBezTo>
                      <a:pt x="0" y="168"/>
                      <a:pt x="12" y="239"/>
                      <a:pt x="60" y="299"/>
                    </a:cubicBezTo>
                    <a:lnTo>
                      <a:pt x="845" y="1072"/>
                    </a:lnTo>
                    <a:lnTo>
                      <a:pt x="857" y="1084"/>
                    </a:lnTo>
                    <a:lnTo>
                      <a:pt x="869" y="1084"/>
                    </a:lnTo>
                    <a:cubicBezTo>
                      <a:pt x="893" y="1108"/>
                      <a:pt x="917" y="1120"/>
                      <a:pt x="953" y="1120"/>
                    </a:cubicBezTo>
                    <a:lnTo>
                      <a:pt x="1667" y="1418"/>
                    </a:lnTo>
                    <a:cubicBezTo>
                      <a:pt x="1607" y="1561"/>
                      <a:pt x="1572" y="1763"/>
                      <a:pt x="1548" y="1918"/>
                    </a:cubicBezTo>
                    <a:cubicBezTo>
                      <a:pt x="1453" y="2442"/>
                      <a:pt x="1822" y="2989"/>
                      <a:pt x="1941" y="3156"/>
                    </a:cubicBezTo>
                    <a:lnTo>
                      <a:pt x="1941" y="3918"/>
                    </a:lnTo>
                    <a:lnTo>
                      <a:pt x="1810" y="3918"/>
                    </a:lnTo>
                    <a:cubicBezTo>
                      <a:pt x="1726" y="3918"/>
                      <a:pt x="1643" y="3990"/>
                      <a:pt x="1643" y="4085"/>
                    </a:cubicBezTo>
                    <a:lnTo>
                      <a:pt x="1643" y="4942"/>
                    </a:lnTo>
                    <a:lnTo>
                      <a:pt x="1643" y="10359"/>
                    </a:lnTo>
                    <a:cubicBezTo>
                      <a:pt x="1643" y="10455"/>
                      <a:pt x="1726" y="10526"/>
                      <a:pt x="1810" y="10526"/>
                    </a:cubicBezTo>
                    <a:lnTo>
                      <a:pt x="4286" y="10526"/>
                    </a:lnTo>
                    <a:cubicBezTo>
                      <a:pt x="4370" y="10526"/>
                      <a:pt x="4453" y="10455"/>
                      <a:pt x="4453" y="10359"/>
                    </a:cubicBezTo>
                    <a:lnTo>
                      <a:pt x="4453" y="6168"/>
                    </a:lnTo>
                    <a:cubicBezTo>
                      <a:pt x="4453" y="6073"/>
                      <a:pt x="4370" y="6002"/>
                      <a:pt x="4286" y="6002"/>
                    </a:cubicBezTo>
                    <a:cubicBezTo>
                      <a:pt x="4191" y="6002"/>
                      <a:pt x="4120" y="6073"/>
                      <a:pt x="4120" y="6168"/>
                    </a:cubicBezTo>
                    <a:lnTo>
                      <a:pt x="4120" y="10181"/>
                    </a:lnTo>
                    <a:lnTo>
                      <a:pt x="2012" y="10181"/>
                    </a:lnTo>
                    <a:lnTo>
                      <a:pt x="2012" y="5109"/>
                    </a:lnTo>
                    <a:lnTo>
                      <a:pt x="4132" y="5109"/>
                    </a:lnTo>
                    <a:lnTo>
                      <a:pt x="4132" y="5394"/>
                    </a:lnTo>
                    <a:lnTo>
                      <a:pt x="4132" y="5585"/>
                    </a:lnTo>
                    <a:cubicBezTo>
                      <a:pt x="4132" y="5668"/>
                      <a:pt x="4215" y="5752"/>
                      <a:pt x="4298" y="5752"/>
                    </a:cubicBezTo>
                    <a:cubicBezTo>
                      <a:pt x="4393" y="5752"/>
                      <a:pt x="4465" y="5668"/>
                      <a:pt x="4465" y="5585"/>
                    </a:cubicBezTo>
                    <a:lnTo>
                      <a:pt x="4465" y="5394"/>
                    </a:lnTo>
                    <a:lnTo>
                      <a:pt x="4465" y="4942"/>
                    </a:lnTo>
                    <a:lnTo>
                      <a:pt x="4465" y="4085"/>
                    </a:lnTo>
                    <a:cubicBezTo>
                      <a:pt x="4465" y="3990"/>
                      <a:pt x="4393" y="3918"/>
                      <a:pt x="4298" y="3918"/>
                    </a:cubicBezTo>
                    <a:lnTo>
                      <a:pt x="4239" y="3918"/>
                    </a:lnTo>
                    <a:lnTo>
                      <a:pt x="4239" y="3489"/>
                    </a:lnTo>
                    <a:cubicBezTo>
                      <a:pt x="4524" y="3299"/>
                      <a:pt x="4667" y="2966"/>
                      <a:pt x="4763" y="2716"/>
                    </a:cubicBezTo>
                    <a:lnTo>
                      <a:pt x="5525" y="3037"/>
                    </a:lnTo>
                    <a:cubicBezTo>
                      <a:pt x="5584" y="3073"/>
                      <a:pt x="5644" y="3073"/>
                      <a:pt x="5703" y="3073"/>
                    </a:cubicBezTo>
                    <a:cubicBezTo>
                      <a:pt x="5763" y="3073"/>
                      <a:pt x="5822" y="3049"/>
                      <a:pt x="5858" y="3037"/>
                    </a:cubicBezTo>
                    <a:cubicBezTo>
                      <a:pt x="5965" y="3001"/>
                      <a:pt x="6060" y="2906"/>
                      <a:pt x="6096" y="2799"/>
                    </a:cubicBezTo>
                    <a:lnTo>
                      <a:pt x="6191" y="2585"/>
                    </a:lnTo>
                    <a:cubicBezTo>
                      <a:pt x="6239" y="2477"/>
                      <a:pt x="6239" y="2358"/>
                      <a:pt x="6191" y="2239"/>
                    </a:cubicBezTo>
                    <a:cubicBezTo>
                      <a:pt x="6144" y="2132"/>
                      <a:pt x="6060" y="2037"/>
                      <a:pt x="5953" y="2001"/>
                    </a:cubicBezTo>
                    <a:lnTo>
                      <a:pt x="5048" y="1608"/>
                    </a:lnTo>
                    <a:lnTo>
                      <a:pt x="5084" y="1465"/>
                    </a:lnTo>
                    <a:cubicBezTo>
                      <a:pt x="5120" y="1346"/>
                      <a:pt x="5108" y="1227"/>
                      <a:pt x="5025" y="1120"/>
                    </a:cubicBezTo>
                    <a:cubicBezTo>
                      <a:pt x="4965" y="1013"/>
                      <a:pt x="4870" y="942"/>
                      <a:pt x="4751" y="906"/>
                    </a:cubicBezTo>
                    <a:lnTo>
                      <a:pt x="4727" y="906"/>
                    </a:lnTo>
                    <a:cubicBezTo>
                      <a:pt x="4691" y="900"/>
                      <a:pt x="4655" y="897"/>
                      <a:pt x="4620" y="897"/>
                    </a:cubicBezTo>
                    <a:cubicBezTo>
                      <a:pt x="4584" y="897"/>
                      <a:pt x="4548" y="900"/>
                      <a:pt x="4513" y="906"/>
                    </a:cubicBezTo>
                    <a:cubicBezTo>
                      <a:pt x="4453" y="787"/>
                      <a:pt x="4346" y="691"/>
                      <a:pt x="4191" y="656"/>
                    </a:cubicBezTo>
                    <a:lnTo>
                      <a:pt x="4179" y="656"/>
                    </a:lnTo>
                    <a:cubicBezTo>
                      <a:pt x="4143" y="650"/>
                      <a:pt x="4108" y="647"/>
                      <a:pt x="4071" y="647"/>
                    </a:cubicBezTo>
                    <a:cubicBezTo>
                      <a:pt x="4033" y="647"/>
                      <a:pt x="3995" y="650"/>
                      <a:pt x="3953" y="656"/>
                    </a:cubicBezTo>
                    <a:cubicBezTo>
                      <a:pt x="3953" y="644"/>
                      <a:pt x="3941" y="632"/>
                      <a:pt x="3941" y="632"/>
                    </a:cubicBezTo>
                    <a:cubicBezTo>
                      <a:pt x="3882" y="525"/>
                      <a:pt x="3774" y="453"/>
                      <a:pt x="3655" y="418"/>
                    </a:cubicBezTo>
                    <a:lnTo>
                      <a:pt x="3643" y="418"/>
                    </a:lnTo>
                    <a:cubicBezTo>
                      <a:pt x="3614" y="412"/>
                      <a:pt x="3584" y="409"/>
                      <a:pt x="3554" y="409"/>
                    </a:cubicBezTo>
                    <a:cubicBezTo>
                      <a:pt x="3524" y="409"/>
                      <a:pt x="3495" y="412"/>
                      <a:pt x="3465" y="418"/>
                    </a:cubicBezTo>
                    <a:lnTo>
                      <a:pt x="3417" y="334"/>
                    </a:lnTo>
                    <a:cubicBezTo>
                      <a:pt x="3358" y="227"/>
                      <a:pt x="3250" y="156"/>
                      <a:pt x="3143" y="120"/>
                    </a:cubicBezTo>
                    <a:lnTo>
                      <a:pt x="3120" y="120"/>
                    </a:lnTo>
                    <a:cubicBezTo>
                      <a:pt x="3083" y="113"/>
                      <a:pt x="3047" y="109"/>
                      <a:pt x="3012" y="109"/>
                    </a:cubicBezTo>
                    <a:cubicBezTo>
                      <a:pt x="2931" y="109"/>
                      <a:pt x="2853" y="130"/>
                      <a:pt x="2786" y="180"/>
                    </a:cubicBezTo>
                    <a:cubicBezTo>
                      <a:pt x="2679" y="239"/>
                      <a:pt x="2608" y="346"/>
                      <a:pt x="2572" y="465"/>
                    </a:cubicBezTo>
                    <a:lnTo>
                      <a:pt x="2548" y="572"/>
                    </a:lnTo>
                    <a:lnTo>
                      <a:pt x="1369" y="72"/>
                    </a:lnTo>
                    <a:lnTo>
                      <a:pt x="1310" y="72"/>
                    </a:lnTo>
                    <a:lnTo>
                      <a:pt x="19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1300;p38">
                <a:extLst>
                  <a:ext uri="{FF2B5EF4-FFF2-40B4-BE49-F238E27FC236}">
                    <a16:creationId xmlns:a16="http://schemas.microsoft.com/office/drawing/2014/main" id="{A701F2AB-5C69-4F0B-8BE0-0EC644D34930}"/>
                  </a:ext>
                </a:extLst>
              </p:cNvPr>
              <p:cNvSpPr/>
              <p:nvPr/>
            </p:nvSpPr>
            <p:spPr>
              <a:xfrm>
                <a:off x="1329585" y="2127494"/>
                <a:ext cx="108795" cy="197123"/>
              </a:xfrm>
              <a:custGeom>
                <a:avLst/>
                <a:gdLst/>
                <a:ahLst/>
                <a:cxnLst/>
                <a:rect l="l" t="t" r="r" b="b"/>
                <a:pathLst>
                  <a:path w="3418" h="6193" extrusionOk="0">
                    <a:moveTo>
                      <a:pt x="1155" y="358"/>
                    </a:moveTo>
                    <a:cubicBezTo>
                      <a:pt x="1214" y="358"/>
                      <a:pt x="1274" y="418"/>
                      <a:pt x="1274" y="477"/>
                    </a:cubicBezTo>
                    <a:lnTo>
                      <a:pt x="1274" y="549"/>
                    </a:lnTo>
                    <a:lnTo>
                      <a:pt x="1274" y="1120"/>
                    </a:lnTo>
                    <a:cubicBezTo>
                      <a:pt x="1274" y="1203"/>
                      <a:pt x="1345" y="1275"/>
                      <a:pt x="1441" y="1275"/>
                    </a:cubicBezTo>
                    <a:cubicBezTo>
                      <a:pt x="1524" y="1275"/>
                      <a:pt x="1595" y="1203"/>
                      <a:pt x="1595" y="1120"/>
                    </a:cubicBezTo>
                    <a:lnTo>
                      <a:pt x="1595" y="584"/>
                    </a:lnTo>
                    <a:cubicBezTo>
                      <a:pt x="1619" y="537"/>
                      <a:pt x="1655" y="525"/>
                      <a:pt x="1703" y="525"/>
                    </a:cubicBezTo>
                    <a:lnTo>
                      <a:pt x="1715" y="525"/>
                    </a:lnTo>
                    <a:cubicBezTo>
                      <a:pt x="1774" y="525"/>
                      <a:pt x="1834" y="584"/>
                      <a:pt x="1834" y="644"/>
                    </a:cubicBezTo>
                    <a:lnTo>
                      <a:pt x="1834" y="668"/>
                    </a:lnTo>
                    <a:lnTo>
                      <a:pt x="1834" y="1132"/>
                    </a:lnTo>
                    <a:cubicBezTo>
                      <a:pt x="1834" y="1215"/>
                      <a:pt x="1917" y="1299"/>
                      <a:pt x="2000" y="1299"/>
                    </a:cubicBezTo>
                    <a:cubicBezTo>
                      <a:pt x="2096" y="1299"/>
                      <a:pt x="2167" y="1215"/>
                      <a:pt x="2167" y="1132"/>
                    </a:cubicBezTo>
                    <a:lnTo>
                      <a:pt x="2167" y="715"/>
                    </a:lnTo>
                    <a:cubicBezTo>
                      <a:pt x="2179" y="668"/>
                      <a:pt x="2226" y="656"/>
                      <a:pt x="2274" y="656"/>
                    </a:cubicBezTo>
                    <a:lnTo>
                      <a:pt x="2286" y="656"/>
                    </a:lnTo>
                    <a:cubicBezTo>
                      <a:pt x="2346" y="656"/>
                      <a:pt x="2405" y="715"/>
                      <a:pt x="2405" y="775"/>
                    </a:cubicBezTo>
                    <a:lnTo>
                      <a:pt x="2405" y="894"/>
                    </a:lnTo>
                    <a:lnTo>
                      <a:pt x="2405" y="1239"/>
                    </a:lnTo>
                    <a:cubicBezTo>
                      <a:pt x="2405" y="1322"/>
                      <a:pt x="2477" y="1394"/>
                      <a:pt x="2572" y="1394"/>
                    </a:cubicBezTo>
                    <a:cubicBezTo>
                      <a:pt x="2655" y="1394"/>
                      <a:pt x="2727" y="1322"/>
                      <a:pt x="2727" y="1239"/>
                    </a:cubicBezTo>
                    <a:lnTo>
                      <a:pt x="2727" y="894"/>
                    </a:lnTo>
                    <a:cubicBezTo>
                      <a:pt x="2727" y="834"/>
                      <a:pt x="2786" y="775"/>
                      <a:pt x="2846" y="775"/>
                    </a:cubicBezTo>
                    <a:lnTo>
                      <a:pt x="2869" y="775"/>
                    </a:lnTo>
                    <a:cubicBezTo>
                      <a:pt x="2929" y="775"/>
                      <a:pt x="2988" y="834"/>
                      <a:pt x="2988" y="894"/>
                    </a:cubicBezTo>
                    <a:lnTo>
                      <a:pt x="2988" y="1680"/>
                    </a:lnTo>
                    <a:lnTo>
                      <a:pt x="2988" y="1692"/>
                    </a:lnTo>
                    <a:cubicBezTo>
                      <a:pt x="3060" y="1858"/>
                      <a:pt x="3048" y="2442"/>
                      <a:pt x="2727" y="2692"/>
                    </a:cubicBezTo>
                    <a:cubicBezTo>
                      <a:pt x="2679" y="2727"/>
                      <a:pt x="2667" y="2763"/>
                      <a:pt x="2667" y="2823"/>
                    </a:cubicBezTo>
                    <a:lnTo>
                      <a:pt x="2667" y="3358"/>
                    </a:lnTo>
                    <a:lnTo>
                      <a:pt x="1060" y="3358"/>
                    </a:lnTo>
                    <a:lnTo>
                      <a:pt x="1060" y="2989"/>
                    </a:lnTo>
                    <a:cubicBezTo>
                      <a:pt x="1060" y="2930"/>
                      <a:pt x="1036" y="2882"/>
                      <a:pt x="988" y="2858"/>
                    </a:cubicBezTo>
                    <a:cubicBezTo>
                      <a:pt x="822" y="2739"/>
                      <a:pt x="405" y="2346"/>
                      <a:pt x="393" y="1965"/>
                    </a:cubicBezTo>
                    <a:cubicBezTo>
                      <a:pt x="381" y="1692"/>
                      <a:pt x="369" y="1370"/>
                      <a:pt x="464" y="1275"/>
                    </a:cubicBezTo>
                    <a:cubicBezTo>
                      <a:pt x="499" y="1257"/>
                      <a:pt x="547" y="1246"/>
                      <a:pt x="612" y="1246"/>
                    </a:cubicBezTo>
                    <a:cubicBezTo>
                      <a:pt x="636" y="1246"/>
                      <a:pt x="662" y="1248"/>
                      <a:pt x="691" y="1251"/>
                    </a:cubicBezTo>
                    <a:lnTo>
                      <a:pt x="691" y="1477"/>
                    </a:lnTo>
                    <a:cubicBezTo>
                      <a:pt x="691" y="1561"/>
                      <a:pt x="762" y="1632"/>
                      <a:pt x="857" y="1632"/>
                    </a:cubicBezTo>
                    <a:cubicBezTo>
                      <a:pt x="941" y="1632"/>
                      <a:pt x="1024" y="1561"/>
                      <a:pt x="1024" y="1477"/>
                    </a:cubicBezTo>
                    <a:lnTo>
                      <a:pt x="1024" y="477"/>
                    </a:lnTo>
                    <a:cubicBezTo>
                      <a:pt x="1024" y="418"/>
                      <a:pt x="1083" y="358"/>
                      <a:pt x="1143" y="358"/>
                    </a:cubicBezTo>
                    <a:close/>
                    <a:moveTo>
                      <a:pt x="2941" y="3692"/>
                    </a:moveTo>
                    <a:lnTo>
                      <a:pt x="2941" y="4216"/>
                    </a:lnTo>
                    <a:lnTo>
                      <a:pt x="810" y="4216"/>
                    </a:lnTo>
                    <a:lnTo>
                      <a:pt x="810" y="3692"/>
                    </a:lnTo>
                    <a:close/>
                    <a:moveTo>
                      <a:pt x="2941" y="4537"/>
                    </a:moveTo>
                    <a:lnTo>
                      <a:pt x="2941" y="5859"/>
                    </a:lnTo>
                    <a:lnTo>
                      <a:pt x="810" y="5859"/>
                    </a:lnTo>
                    <a:lnTo>
                      <a:pt x="810" y="4537"/>
                    </a:lnTo>
                    <a:close/>
                    <a:moveTo>
                      <a:pt x="1143" y="1"/>
                    </a:moveTo>
                    <a:cubicBezTo>
                      <a:pt x="881" y="1"/>
                      <a:pt x="679" y="203"/>
                      <a:pt x="679" y="465"/>
                    </a:cubicBezTo>
                    <a:lnTo>
                      <a:pt x="679" y="894"/>
                    </a:lnTo>
                    <a:cubicBezTo>
                      <a:pt x="642" y="889"/>
                      <a:pt x="607" y="887"/>
                      <a:pt x="573" y="887"/>
                    </a:cubicBezTo>
                    <a:cubicBezTo>
                      <a:pt x="439" y="887"/>
                      <a:pt x="326" y="923"/>
                      <a:pt x="250" y="989"/>
                    </a:cubicBezTo>
                    <a:cubicBezTo>
                      <a:pt x="0" y="1192"/>
                      <a:pt x="36" y="1573"/>
                      <a:pt x="48" y="1965"/>
                    </a:cubicBezTo>
                    <a:cubicBezTo>
                      <a:pt x="83" y="2477"/>
                      <a:pt x="548" y="2894"/>
                      <a:pt x="726" y="3049"/>
                    </a:cubicBezTo>
                    <a:lnTo>
                      <a:pt x="726" y="3335"/>
                    </a:lnTo>
                    <a:lnTo>
                      <a:pt x="631" y="3335"/>
                    </a:lnTo>
                    <a:cubicBezTo>
                      <a:pt x="536" y="3335"/>
                      <a:pt x="464" y="3406"/>
                      <a:pt x="464" y="3489"/>
                    </a:cubicBezTo>
                    <a:lnTo>
                      <a:pt x="464" y="4359"/>
                    </a:lnTo>
                    <a:lnTo>
                      <a:pt x="464" y="6025"/>
                    </a:lnTo>
                    <a:cubicBezTo>
                      <a:pt x="464" y="6121"/>
                      <a:pt x="536" y="6192"/>
                      <a:pt x="631" y="6192"/>
                    </a:cubicBezTo>
                    <a:lnTo>
                      <a:pt x="3108" y="6192"/>
                    </a:lnTo>
                    <a:cubicBezTo>
                      <a:pt x="3191" y="6192"/>
                      <a:pt x="3262" y="6121"/>
                      <a:pt x="3262" y="6025"/>
                    </a:cubicBezTo>
                    <a:lnTo>
                      <a:pt x="3262" y="4359"/>
                    </a:lnTo>
                    <a:lnTo>
                      <a:pt x="3262" y="3489"/>
                    </a:lnTo>
                    <a:cubicBezTo>
                      <a:pt x="3262" y="3406"/>
                      <a:pt x="3191" y="3335"/>
                      <a:pt x="3108" y="3335"/>
                    </a:cubicBezTo>
                    <a:lnTo>
                      <a:pt x="3000" y="3335"/>
                    </a:lnTo>
                    <a:lnTo>
                      <a:pt x="3000" y="2870"/>
                    </a:lnTo>
                    <a:cubicBezTo>
                      <a:pt x="3417" y="2465"/>
                      <a:pt x="3369" y="1727"/>
                      <a:pt x="3369" y="1632"/>
                    </a:cubicBezTo>
                    <a:lnTo>
                      <a:pt x="3369" y="858"/>
                    </a:lnTo>
                    <a:cubicBezTo>
                      <a:pt x="3369" y="608"/>
                      <a:pt x="3167" y="406"/>
                      <a:pt x="2905" y="406"/>
                    </a:cubicBezTo>
                    <a:lnTo>
                      <a:pt x="2893" y="406"/>
                    </a:lnTo>
                    <a:cubicBezTo>
                      <a:pt x="2822" y="406"/>
                      <a:pt x="2738" y="418"/>
                      <a:pt x="2667" y="465"/>
                    </a:cubicBezTo>
                    <a:cubicBezTo>
                      <a:pt x="2584" y="358"/>
                      <a:pt x="2465" y="287"/>
                      <a:pt x="2310" y="287"/>
                    </a:cubicBezTo>
                    <a:lnTo>
                      <a:pt x="2298" y="287"/>
                    </a:lnTo>
                    <a:cubicBezTo>
                      <a:pt x="2226" y="287"/>
                      <a:pt x="2143" y="299"/>
                      <a:pt x="2084" y="346"/>
                    </a:cubicBezTo>
                    <a:cubicBezTo>
                      <a:pt x="2000" y="239"/>
                      <a:pt x="1881" y="179"/>
                      <a:pt x="1750" y="179"/>
                    </a:cubicBezTo>
                    <a:lnTo>
                      <a:pt x="1726" y="179"/>
                    </a:lnTo>
                    <a:cubicBezTo>
                      <a:pt x="1667" y="179"/>
                      <a:pt x="1607" y="191"/>
                      <a:pt x="1548" y="203"/>
                    </a:cubicBezTo>
                    <a:cubicBezTo>
                      <a:pt x="1476" y="84"/>
                      <a:pt x="1334" y="1"/>
                      <a:pt x="116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" name="Google Shape;1301;p38">
              <a:extLst>
                <a:ext uri="{FF2B5EF4-FFF2-40B4-BE49-F238E27FC236}">
                  <a16:creationId xmlns:a16="http://schemas.microsoft.com/office/drawing/2014/main" id="{2981501C-656D-A2A9-D0EE-87DEAA27AEB5}"/>
                </a:ext>
              </a:extLst>
            </p:cNvPr>
            <p:cNvGrpSpPr/>
            <p:nvPr/>
          </p:nvGrpSpPr>
          <p:grpSpPr>
            <a:xfrm>
              <a:off x="5444557" y="2533578"/>
              <a:ext cx="259605" cy="346024"/>
              <a:chOff x="5194002" y="1511297"/>
              <a:chExt cx="259605" cy="346024"/>
            </a:xfrm>
          </p:grpSpPr>
          <p:sp>
            <p:nvSpPr>
              <p:cNvPr id="27" name="Google Shape;1302;p38">
                <a:extLst>
                  <a:ext uri="{FF2B5EF4-FFF2-40B4-BE49-F238E27FC236}">
                    <a16:creationId xmlns:a16="http://schemas.microsoft.com/office/drawing/2014/main" id="{EDBBB3A8-87A9-6AC6-37F8-A8A98D7ADE28}"/>
                  </a:ext>
                </a:extLst>
              </p:cNvPr>
              <p:cNvSpPr/>
              <p:nvPr/>
            </p:nvSpPr>
            <p:spPr>
              <a:xfrm>
                <a:off x="5216729" y="1543636"/>
                <a:ext cx="169431" cy="159436"/>
              </a:xfrm>
              <a:custGeom>
                <a:avLst/>
                <a:gdLst/>
                <a:ahLst/>
                <a:cxnLst/>
                <a:rect l="l" t="t" r="r" b="b"/>
                <a:pathLst>
                  <a:path w="5323" h="5009" extrusionOk="0">
                    <a:moveTo>
                      <a:pt x="3353" y="0"/>
                    </a:moveTo>
                    <a:cubicBezTo>
                      <a:pt x="2568" y="0"/>
                      <a:pt x="1788" y="303"/>
                      <a:pt x="1203" y="901"/>
                    </a:cubicBezTo>
                    <a:cubicBezTo>
                      <a:pt x="96" y="1997"/>
                      <a:pt x="0" y="3747"/>
                      <a:pt x="965" y="4949"/>
                    </a:cubicBezTo>
                    <a:cubicBezTo>
                      <a:pt x="1001" y="4997"/>
                      <a:pt x="1036" y="5009"/>
                      <a:pt x="1084" y="5009"/>
                    </a:cubicBezTo>
                    <a:cubicBezTo>
                      <a:pt x="1120" y="5009"/>
                      <a:pt x="1155" y="4985"/>
                      <a:pt x="1191" y="4973"/>
                    </a:cubicBezTo>
                    <a:cubicBezTo>
                      <a:pt x="1262" y="4914"/>
                      <a:pt x="1262" y="4830"/>
                      <a:pt x="1215" y="4759"/>
                    </a:cubicBezTo>
                    <a:cubicBezTo>
                      <a:pt x="358" y="3664"/>
                      <a:pt x="441" y="2104"/>
                      <a:pt x="1429" y="1127"/>
                    </a:cubicBezTo>
                    <a:cubicBezTo>
                      <a:pt x="1957" y="594"/>
                      <a:pt x="2658" y="324"/>
                      <a:pt x="3362" y="324"/>
                    </a:cubicBezTo>
                    <a:cubicBezTo>
                      <a:pt x="3961" y="324"/>
                      <a:pt x="4562" y="519"/>
                      <a:pt x="5061" y="913"/>
                    </a:cubicBezTo>
                    <a:cubicBezTo>
                      <a:pt x="5091" y="939"/>
                      <a:pt x="5127" y="951"/>
                      <a:pt x="5162" y="951"/>
                    </a:cubicBezTo>
                    <a:cubicBezTo>
                      <a:pt x="5208" y="951"/>
                      <a:pt x="5253" y="930"/>
                      <a:pt x="5287" y="889"/>
                    </a:cubicBezTo>
                    <a:cubicBezTo>
                      <a:pt x="5323" y="806"/>
                      <a:pt x="5311" y="711"/>
                      <a:pt x="5251" y="663"/>
                    </a:cubicBezTo>
                    <a:cubicBezTo>
                      <a:pt x="4693" y="220"/>
                      <a:pt x="4021" y="0"/>
                      <a:pt x="335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1303;p38">
                <a:extLst>
                  <a:ext uri="{FF2B5EF4-FFF2-40B4-BE49-F238E27FC236}">
                    <a16:creationId xmlns:a16="http://schemas.microsoft.com/office/drawing/2014/main" id="{C3702F96-CCD8-E62B-FBF1-5EE2EB7A5DCA}"/>
                  </a:ext>
                </a:extLst>
              </p:cNvPr>
              <p:cNvSpPr/>
              <p:nvPr/>
            </p:nvSpPr>
            <p:spPr>
              <a:xfrm>
                <a:off x="5194002" y="1511297"/>
                <a:ext cx="259605" cy="346024"/>
              </a:xfrm>
              <a:custGeom>
                <a:avLst/>
                <a:gdLst/>
                <a:ahLst/>
                <a:cxnLst/>
                <a:rect l="l" t="t" r="r" b="b"/>
                <a:pathLst>
                  <a:path w="8156" h="10871" extrusionOk="0">
                    <a:moveTo>
                      <a:pt x="4060" y="322"/>
                    </a:moveTo>
                    <a:cubicBezTo>
                      <a:pt x="6132" y="322"/>
                      <a:pt x="7822" y="2001"/>
                      <a:pt x="7822" y="4084"/>
                    </a:cubicBezTo>
                    <a:cubicBezTo>
                      <a:pt x="7822" y="4977"/>
                      <a:pt x="7632" y="5894"/>
                      <a:pt x="7227" y="6763"/>
                    </a:cubicBezTo>
                    <a:cubicBezTo>
                      <a:pt x="6918" y="7466"/>
                      <a:pt x="6477" y="8168"/>
                      <a:pt x="5906" y="8823"/>
                    </a:cubicBezTo>
                    <a:cubicBezTo>
                      <a:pt x="5120" y="9740"/>
                      <a:pt x="4310" y="10335"/>
                      <a:pt x="4060" y="10537"/>
                    </a:cubicBezTo>
                    <a:cubicBezTo>
                      <a:pt x="3810" y="10359"/>
                      <a:pt x="3000" y="9763"/>
                      <a:pt x="2215" y="8835"/>
                    </a:cubicBezTo>
                    <a:cubicBezTo>
                      <a:pt x="1643" y="8180"/>
                      <a:pt x="1203" y="7477"/>
                      <a:pt x="893" y="6787"/>
                    </a:cubicBezTo>
                    <a:cubicBezTo>
                      <a:pt x="488" y="5906"/>
                      <a:pt x="298" y="5001"/>
                      <a:pt x="298" y="4084"/>
                    </a:cubicBezTo>
                    <a:cubicBezTo>
                      <a:pt x="298" y="2024"/>
                      <a:pt x="1976" y="322"/>
                      <a:pt x="4060" y="322"/>
                    </a:cubicBezTo>
                    <a:close/>
                    <a:moveTo>
                      <a:pt x="4072" y="0"/>
                    </a:moveTo>
                    <a:cubicBezTo>
                      <a:pt x="1834" y="0"/>
                      <a:pt x="0" y="1822"/>
                      <a:pt x="0" y="4072"/>
                    </a:cubicBezTo>
                    <a:cubicBezTo>
                      <a:pt x="0" y="5025"/>
                      <a:pt x="202" y="5977"/>
                      <a:pt x="619" y="6894"/>
                    </a:cubicBezTo>
                    <a:cubicBezTo>
                      <a:pt x="953" y="7632"/>
                      <a:pt x="1405" y="8359"/>
                      <a:pt x="1988" y="9025"/>
                    </a:cubicBezTo>
                    <a:cubicBezTo>
                      <a:pt x="2977" y="10192"/>
                      <a:pt x="3941" y="10835"/>
                      <a:pt x="3989" y="10847"/>
                    </a:cubicBezTo>
                    <a:cubicBezTo>
                      <a:pt x="4012" y="10859"/>
                      <a:pt x="4048" y="10871"/>
                      <a:pt x="4072" y="10871"/>
                    </a:cubicBezTo>
                    <a:cubicBezTo>
                      <a:pt x="4108" y="10871"/>
                      <a:pt x="4132" y="10859"/>
                      <a:pt x="4167" y="10847"/>
                    </a:cubicBezTo>
                    <a:cubicBezTo>
                      <a:pt x="4203" y="10811"/>
                      <a:pt x="5179" y="10168"/>
                      <a:pt x="6156" y="9025"/>
                    </a:cubicBezTo>
                    <a:cubicBezTo>
                      <a:pt x="6739" y="8347"/>
                      <a:pt x="7203" y="7632"/>
                      <a:pt x="7525" y="6894"/>
                    </a:cubicBezTo>
                    <a:cubicBezTo>
                      <a:pt x="7942" y="5977"/>
                      <a:pt x="8156" y="5025"/>
                      <a:pt x="8156" y="4072"/>
                    </a:cubicBezTo>
                    <a:cubicBezTo>
                      <a:pt x="8156" y="1822"/>
                      <a:pt x="6322" y="0"/>
                      <a:pt x="40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1304;p38">
                <a:extLst>
                  <a:ext uri="{FF2B5EF4-FFF2-40B4-BE49-F238E27FC236}">
                    <a16:creationId xmlns:a16="http://schemas.microsoft.com/office/drawing/2014/main" id="{817FA3D4-441C-B5D4-369B-F682421F3828}"/>
                  </a:ext>
                </a:extLst>
              </p:cNvPr>
              <p:cNvSpPr/>
              <p:nvPr/>
            </p:nvSpPr>
            <p:spPr>
              <a:xfrm>
                <a:off x="5296304" y="1607105"/>
                <a:ext cx="55002" cy="17156"/>
              </a:xfrm>
              <a:custGeom>
                <a:avLst/>
                <a:gdLst/>
                <a:ahLst/>
                <a:cxnLst/>
                <a:rect l="l" t="t" r="r" b="b"/>
                <a:pathLst>
                  <a:path w="1728" h="539" extrusionOk="0">
                    <a:moveTo>
                      <a:pt x="629" y="0"/>
                    </a:moveTo>
                    <a:cubicBezTo>
                      <a:pt x="478" y="0"/>
                      <a:pt x="312" y="15"/>
                      <a:pt x="132" y="50"/>
                    </a:cubicBezTo>
                    <a:cubicBezTo>
                      <a:pt x="60" y="62"/>
                      <a:pt x="1" y="122"/>
                      <a:pt x="1" y="217"/>
                    </a:cubicBezTo>
                    <a:lnTo>
                      <a:pt x="1" y="384"/>
                    </a:lnTo>
                    <a:cubicBezTo>
                      <a:pt x="1" y="467"/>
                      <a:pt x="72" y="538"/>
                      <a:pt x="156" y="538"/>
                    </a:cubicBezTo>
                    <a:cubicBezTo>
                      <a:pt x="251" y="538"/>
                      <a:pt x="322" y="467"/>
                      <a:pt x="322" y="384"/>
                    </a:cubicBezTo>
                    <a:lnTo>
                      <a:pt x="322" y="348"/>
                    </a:lnTo>
                    <a:cubicBezTo>
                      <a:pt x="437" y="332"/>
                      <a:pt x="543" y="325"/>
                      <a:pt x="640" y="325"/>
                    </a:cubicBezTo>
                    <a:cubicBezTo>
                      <a:pt x="833" y="325"/>
                      <a:pt x="989" y="352"/>
                      <a:pt x="1108" y="384"/>
                    </a:cubicBezTo>
                    <a:cubicBezTo>
                      <a:pt x="1322" y="443"/>
                      <a:pt x="1441" y="515"/>
                      <a:pt x="1441" y="515"/>
                    </a:cubicBezTo>
                    <a:cubicBezTo>
                      <a:pt x="1465" y="527"/>
                      <a:pt x="1501" y="538"/>
                      <a:pt x="1525" y="538"/>
                    </a:cubicBezTo>
                    <a:cubicBezTo>
                      <a:pt x="1572" y="538"/>
                      <a:pt x="1632" y="515"/>
                      <a:pt x="1668" y="467"/>
                    </a:cubicBezTo>
                    <a:cubicBezTo>
                      <a:pt x="1727" y="396"/>
                      <a:pt x="1691" y="300"/>
                      <a:pt x="1620" y="241"/>
                    </a:cubicBezTo>
                    <a:cubicBezTo>
                      <a:pt x="1591" y="231"/>
                      <a:pt x="1235" y="0"/>
                      <a:pt x="6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1305;p38">
                <a:extLst>
                  <a:ext uri="{FF2B5EF4-FFF2-40B4-BE49-F238E27FC236}">
                    <a16:creationId xmlns:a16="http://schemas.microsoft.com/office/drawing/2014/main" id="{0AD08F18-6892-26A5-F2F0-1A1A9A3C8710}"/>
                  </a:ext>
                </a:extLst>
              </p:cNvPr>
              <p:cNvSpPr/>
              <p:nvPr/>
            </p:nvSpPr>
            <p:spPr>
              <a:xfrm>
                <a:off x="5260686" y="1576103"/>
                <a:ext cx="169813" cy="162970"/>
              </a:xfrm>
              <a:custGeom>
                <a:avLst/>
                <a:gdLst/>
                <a:ahLst/>
                <a:cxnLst/>
                <a:rect l="l" t="t" r="r" b="b"/>
                <a:pathLst>
                  <a:path w="5335" h="5120" extrusionOk="0">
                    <a:moveTo>
                      <a:pt x="3191" y="322"/>
                    </a:moveTo>
                    <a:lnTo>
                      <a:pt x="3191" y="1108"/>
                    </a:lnTo>
                    <a:cubicBezTo>
                      <a:pt x="3191" y="1250"/>
                      <a:pt x="3156" y="1381"/>
                      <a:pt x="3096" y="1501"/>
                    </a:cubicBezTo>
                    <a:lnTo>
                      <a:pt x="3037" y="1620"/>
                    </a:lnTo>
                    <a:cubicBezTo>
                      <a:pt x="3025" y="1631"/>
                      <a:pt x="3025" y="1667"/>
                      <a:pt x="3025" y="1691"/>
                    </a:cubicBezTo>
                    <a:lnTo>
                      <a:pt x="3025" y="2036"/>
                    </a:lnTo>
                    <a:cubicBezTo>
                      <a:pt x="3025" y="2322"/>
                      <a:pt x="2918" y="2584"/>
                      <a:pt x="2715" y="2786"/>
                    </a:cubicBezTo>
                    <a:cubicBezTo>
                      <a:pt x="2501" y="2977"/>
                      <a:pt x="2239" y="3084"/>
                      <a:pt x="1953" y="3084"/>
                    </a:cubicBezTo>
                    <a:cubicBezTo>
                      <a:pt x="1382" y="3048"/>
                      <a:pt x="941" y="2572"/>
                      <a:pt x="941" y="1989"/>
                    </a:cubicBezTo>
                    <a:lnTo>
                      <a:pt x="941" y="1691"/>
                    </a:lnTo>
                    <a:cubicBezTo>
                      <a:pt x="941" y="1667"/>
                      <a:pt x="941" y="1655"/>
                      <a:pt x="929" y="1620"/>
                    </a:cubicBezTo>
                    <a:lnTo>
                      <a:pt x="870" y="1501"/>
                    </a:lnTo>
                    <a:cubicBezTo>
                      <a:pt x="798" y="1381"/>
                      <a:pt x="774" y="1250"/>
                      <a:pt x="774" y="1108"/>
                    </a:cubicBezTo>
                    <a:cubicBezTo>
                      <a:pt x="774" y="679"/>
                      <a:pt x="1132" y="322"/>
                      <a:pt x="1560" y="322"/>
                    </a:cubicBezTo>
                    <a:close/>
                    <a:moveTo>
                      <a:pt x="2489" y="3286"/>
                    </a:moveTo>
                    <a:lnTo>
                      <a:pt x="2489" y="3513"/>
                    </a:lnTo>
                    <a:cubicBezTo>
                      <a:pt x="2489" y="3560"/>
                      <a:pt x="2489" y="3596"/>
                      <a:pt x="2501" y="3644"/>
                    </a:cubicBezTo>
                    <a:lnTo>
                      <a:pt x="1965" y="4048"/>
                    </a:lnTo>
                    <a:lnTo>
                      <a:pt x="1429" y="3644"/>
                    </a:lnTo>
                    <a:cubicBezTo>
                      <a:pt x="1441" y="3596"/>
                      <a:pt x="1441" y="3548"/>
                      <a:pt x="1441" y="3513"/>
                    </a:cubicBezTo>
                    <a:lnTo>
                      <a:pt x="1441" y="3286"/>
                    </a:lnTo>
                    <a:cubicBezTo>
                      <a:pt x="1596" y="3346"/>
                      <a:pt x="1751" y="3394"/>
                      <a:pt x="1917" y="3394"/>
                    </a:cubicBezTo>
                    <a:lnTo>
                      <a:pt x="1965" y="3394"/>
                    </a:lnTo>
                    <a:cubicBezTo>
                      <a:pt x="2144" y="3394"/>
                      <a:pt x="2322" y="3358"/>
                      <a:pt x="2489" y="3286"/>
                    </a:cubicBezTo>
                    <a:close/>
                    <a:moveTo>
                      <a:pt x="1251" y="3917"/>
                    </a:moveTo>
                    <a:lnTo>
                      <a:pt x="1822" y="4346"/>
                    </a:lnTo>
                    <a:lnTo>
                      <a:pt x="1822" y="4775"/>
                    </a:lnTo>
                    <a:cubicBezTo>
                      <a:pt x="1322" y="4751"/>
                      <a:pt x="834" y="4584"/>
                      <a:pt x="405" y="4287"/>
                    </a:cubicBezTo>
                    <a:cubicBezTo>
                      <a:pt x="429" y="4251"/>
                      <a:pt x="477" y="4227"/>
                      <a:pt x="513" y="4215"/>
                    </a:cubicBezTo>
                    <a:lnTo>
                      <a:pt x="1132" y="3965"/>
                    </a:lnTo>
                    <a:cubicBezTo>
                      <a:pt x="1179" y="3953"/>
                      <a:pt x="1227" y="3929"/>
                      <a:pt x="1251" y="3917"/>
                    </a:cubicBezTo>
                    <a:close/>
                    <a:moveTo>
                      <a:pt x="2691" y="3894"/>
                    </a:moveTo>
                    <a:cubicBezTo>
                      <a:pt x="2727" y="3929"/>
                      <a:pt x="2775" y="3941"/>
                      <a:pt x="2810" y="3953"/>
                    </a:cubicBezTo>
                    <a:lnTo>
                      <a:pt x="3572" y="4239"/>
                    </a:lnTo>
                    <a:cubicBezTo>
                      <a:pt x="3144" y="4572"/>
                      <a:pt x="2656" y="4751"/>
                      <a:pt x="2132" y="4775"/>
                    </a:cubicBezTo>
                    <a:lnTo>
                      <a:pt x="2132" y="4334"/>
                    </a:lnTo>
                    <a:lnTo>
                      <a:pt x="2691" y="3894"/>
                    </a:lnTo>
                    <a:close/>
                    <a:moveTo>
                      <a:pt x="1572" y="0"/>
                    </a:moveTo>
                    <a:cubicBezTo>
                      <a:pt x="965" y="0"/>
                      <a:pt x="465" y="488"/>
                      <a:pt x="465" y="1108"/>
                    </a:cubicBezTo>
                    <a:cubicBezTo>
                      <a:pt x="465" y="1286"/>
                      <a:pt x="501" y="1489"/>
                      <a:pt x="584" y="1655"/>
                    </a:cubicBezTo>
                    <a:lnTo>
                      <a:pt x="620" y="1739"/>
                    </a:lnTo>
                    <a:lnTo>
                      <a:pt x="620" y="1989"/>
                    </a:lnTo>
                    <a:cubicBezTo>
                      <a:pt x="620" y="2429"/>
                      <a:pt x="822" y="2822"/>
                      <a:pt x="1132" y="3096"/>
                    </a:cubicBezTo>
                    <a:lnTo>
                      <a:pt x="1132" y="3525"/>
                    </a:lnTo>
                    <a:cubicBezTo>
                      <a:pt x="1132" y="3596"/>
                      <a:pt x="1084" y="3667"/>
                      <a:pt x="1013" y="3691"/>
                    </a:cubicBezTo>
                    <a:lnTo>
                      <a:pt x="382" y="3929"/>
                    </a:lnTo>
                    <a:cubicBezTo>
                      <a:pt x="227" y="3989"/>
                      <a:pt x="84" y="4108"/>
                      <a:pt x="24" y="4275"/>
                    </a:cubicBezTo>
                    <a:cubicBezTo>
                      <a:pt x="1" y="4334"/>
                      <a:pt x="12" y="4418"/>
                      <a:pt x="72" y="4465"/>
                    </a:cubicBezTo>
                    <a:cubicBezTo>
                      <a:pt x="620" y="4906"/>
                      <a:pt x="1298" y="5120"/>
                      <a:pt x="1965" y="5120"/>
                    </a:cubicBezTo>
                    <a:cubicBezTo>
                      <a:pt x="2751" y="5120"/>
                      <a:pt x="3525" y="4822"/>
                      <a:pt x="4120" y="4227"/>
                    </a:cubicBezTo>
                    <a:cubicBezTo>
                      <a:pt x="5227" y="3108"/>
                      <a:pt x="5335" y="1370"/>
                      <a:pt x="4370" y="143"/>
                    </a:cubicBezTo>
                    <a:cubicBezTo>
                      <a:pt x="4337" y="104"/>
                      <a:pt x="4297" y="86"/>
                      <a:pt x="4256" y="86"/>
                    </a:cubicBezTo>
                    <a:cubicBezTo>
                      <a:pt x="4222" y="86"/>
                      <a:pt x="4188" y="98"/>
                      <a:pt x="4156" y="119"/>
                    </a:cubicBezTo>
                    <a:cubicBezTo>
                      <a:pt x="4072" y="179"/>
                      <a:pt x="4072" y="262"/>
                      <a:pt x="4120" y="346"/>
                    </a:cubicBezTo>
                    <a:cubicBezTo>
                      <a:pt x="4989" y="1429"/>
                      <a:pt x="4894" y="2989"/>
                      <a:pt x="3918" y="3965"/>
                    </a:cubicBezTo>
                    <a:lnTo>
                      <a:pt x="3858" y="4025"/>
                    </a:lnTo>
                    <a:cubicBezTo>
                      <a:pt x="3822" y="4013"/>
                      <a:pt x="3775" y="3989"/>
                      <a:pt x="3751" y="3989"/>
                    </a:cubicBezTo>
                    <a:lnTo>
                      <a:pt x="2941" y="3691"/>
                    </a:lnTo>
                    <a:cubicBezTo>
                      <a:pt x="2870" y="3656"/>
                      <a:pt x="2822" y="3596"/>
                      <a:pt x="2822" y="3525"/>
                    </a:cubicBezTo>
                    <a:lnTo>
                      <a:pt x="2822" y="3120"/>
                    </a:lnTo>
                    <a:cubicBezTo>
                      <a:pt x="2858" y="3096"/>
                      <a:pt x="2906" y="3060"/>
                      <a:pt x="2929" y="3036"/>
                    </a:cubicBezTo>
                    <a:cubicBezTo>
                      <a:pt x="3203" y="2774"/>
                      <a:pt x="3346" y="2441"/>
                      <a:pt x="3346" y="2060"/>
                    </a:cubicBezTo>
                    <a:lnTo>
                      <a:pt x="3346" y="1762"/>
                    </a:lnTo>
                    <a:lnTo>
                      <a:pt x="3394" y="1679"/>
                    </a:lnTo>
                    <a:cubicBezTo>
                      <a:pt x="3465" y="1512"/>
                      <a:pt x="3513" y="1334"/>
                      <a:pt x="3513" y="1143"/>
                    </a:cubicBezTo>
                    <a:lnTo>
                      <a:pt x="3513" y="167"/>
                    </a:lnTo>
                    <a:cubicBezTo>
                      <a:pt x="3513" y="72"/>
                      <a:pt x="3441" y="0"/>
                      <a:pt x="33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2" name="Google Shape;1306;p38">
              <a:extLst>
                <a:ext uri="{FF2B5EF4-FFF2-40B4-BE49-F238E27FC236}">
                  <a16:creationId xmlns:a16="http://schemas.microsoft.com/office/drawing/2014/main" id="{E29FC744-B0D8-8A0D-9666-2322AD1E109E}"/>
                </a:ext>
              </a:extLst>
            </p:cNvPr>
            <p:cNvSpPr/>
            <p:nvPr/>
          </p:nvSpPr>
          <p:spPr>
            <a:xfrm>
              <a:off x="3233641" y="2374734"/>
              <a:ext cx="665232" cy="663710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07;p38">
              <a:extLst>
                <a:ext uri="{FF2B5EF4-FFF2-40B4-BE49-F238E27FC236}">
                  <a16:creationId xmlns:a16="http://schemas.microsoft.com/office/drawing/2014/main" id="{BFA216BD-5893-BD33-A750-896395B49099}"/>
                </a:ext>
              </a:extLst>
            </p:cNvPr>
            <p:cNvSpPr/>
            <p:nvPr/>
          </p:nvSpPr>
          <p:spPr>
            <a:xfrm>
              <a:off x="4242910" y="3079217"/>
              <a:ext cx="665232" cy="663710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08;p38">
              <a:extLst>
                <a:ext uri="{FF2B5EF4-FFF2-40B4-BE49-F238E27FC236}">
                  <a16:creationId xmlns:a16="http://schemas.microsoft.com/office/drawing/2014/main" id="{1951513C-B33A-0934-0218-FEDDB94A4C93}"/>
                </a:ext>
              </a:extLst>
            </p:cNvPr>
            <p:cNvSpPr/>
            <p:nvPr/>
          </p:nvSpPr>
          <p:spPr>
            <a:xfrm>
              <a:off x="5241744" y="2374734"/>
              <a:ext cx="665232" cy="663710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09;p38">
              <a:extLst>
                <a:ext uri="{FF2B5EF4-FFF2-40B4-BE49-F238E27FC236}">
                  <a16:creationId xmlns:a16="http://schemas.microsoft.com/office/drawing/2014/main" id="{900CADD9-2DE1-DDD2-442F-091DF5123A7F}"/>
                </a:ext>
              </a:extLst>
            </p:cNvPr>
            <p:cNvSpPr/>
            <p:nvPr/>
          </p:nvSpPr>
          <p:spPr>
            <a:xfrm>
              <a:off x="4845310" y="1136892"/>
              <a:ext cx="665232" cy="663710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10;p38">
              <a:extLst>
                <a:ext uri="{FF2B5EF4-FFF2-40B4-BE49-F238E27FC236}">
                  <a16:creationId xmlns:a16="http://schemas.microsoft.com/office/drawing/2014/main" id="{45F33D23-7FDD-9679-2231-DBB86E93C6A1}"/>
                </a:ext>
              </a:extLst>
            </p:cNvPr>
            <p:cNvSpPr/>
            <p:nvPr/>
          </p:nvSpPr>
          <p:spPr>
            <a:xfrm>
              <a:off x="3641437" y="1136897"/>
              <a:ext cx="665232" cy="663710"/>
            </a:xfrm>
            <a:custGeom>
              <a:avLst/>
              <a:gdLst/>
              <a:ahLst/>
              <a:cxnLst/>
              <a:rect l="l" t="t" r="r" b="b"/>
              <a:pathLst>
                <a:path w="27998" h="27931" extrusionOk="0">
                  <a:moveTo>
                    <a:pt x="14024" y="1"/>
                  </a:moveTo>
                  <a:cubicBezTo>
                    <a:pt x="6283" y="1"/>
                    <a:pt x="0" y="6217"/>
                    <a:pt x="0" y="13974"/>
                  </a:cubicBezTo>
                  <a:cubicBezTo>
                    <a:pt x="0" y="21648"/>
                    <a:pt x="6283" y="27931"/>
                    <a:pt x="14024" y="27931"/>
                  </a:cubicBezTo>
                  <a:cubicBezTo>
                    <a:pt x="21714" y="27931"/>
                    <a:pt x="27997" y="21648"/>
                    <a:pt x="27997" y="13974"/>
                  </a:cubicBezTo>
                  <a:cubicBezTo>
                    <a:pt x="27997" y="6217"/>
                    <a:pt x="21714" y="1"/>
                    <a:pt x="14024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55747786"/>
      </p:ext>
    </p:extLst>
  </p:cSld>
  <p:clrMapOvr>
    <a:masterClrMapping/>
  </p:clrMapOvr>
</p:sld>
</file>

<file path=ppt/theme/theme1.xml><?xml version="1.0" encoding="utf-8"?>
<a:theme xmlns:a="http://schemas.openxmlformats.org/drawingml/2006/main" name="SCRUM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3C2A2"/>
      </a:accent1>
      <a:accent2>
        <a:srgbClr val="2B8597"/>
      </a:accent2>
      <a:accent3>
        <a:srgbClr val="4F67A2"/>
      </a:accent3>
      <a:accent4>
        <a:srgbClr val="796295"/>
      </a:accent4>
      <a:accent5>
        <a:srgbClr val="000000"/>
      </a:accent5>
      <a:accent6>
        <a:srgbClr val="FFFFFF"/>
      </a:accent6>
      <a:hlink>
        <a:srgbClr val="4D489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2567</TotalTime>
  <Words>639</Words>
  <Application>Microsoft Office PowerPoint</Application>
  <PresentationFormat>Apresentação na tela (16:9)</PresentationFormat>
  <Paragraphs>93</Paragraphs>
  <Slides>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Fira Sans Extra Condensed Medium</vt:lpstr>
      <vt:lpstr>Söhne</vt:lpstr>
      <vt:lpstr>Fira Sans Extra Condensed</vt:lpstr>
      <vt:lpstr>Roboto</vt:lpstr>
      <vt:lpstr>Arial</vt:lpstr>
      <vt:lpstr>SCRUM Infographics by Slidesgo</vt:lpstr>
      <vt:lpstr>TESTE DE SOFTWARE </vt:lpstr>
      <vt:lpstr>VISÃO GERAL DO SISTEMA</vt:lpstr>
      <vt:lpstr>REQUISITOS</vt:lpstr>
      <vt:lpstr>CASOS DE TESTE</vt:lpstr>
      <vt:lpstr>CASOS DE TESTE</vt:lpstr>
      <vt:lpstr>TESTE DE SOFTWARE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SCRUM</dc:title>
  <dc:creator>Silva3, Joao (GE Vernova, consultant)</dc:creator>
  <cp:lastModifiedBy>Andre.Santos</cp:lastModifiedBy>
  <cp:revision>15</cp:revision>
  <dcterms:modified xsi:type="dcterms:W3CDTF">2026-03-31T14:25:10Z</dcterms:modified>
</cp:coreProperties>
</file>